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240280"/>
          </a:xfrm>
          <a:prstGeom prst="roundRect">
            <a:avLst>
              <a:gd name="adj" fmla="val 10000"/>
            </a:avLst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240280"/>
            <a:ext cx="12191695" cy="64008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89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七個鄰居 vs 我的環境向量:方法完整解析</a:t>
            </a:r>
          </a:p>
          <a:p>
            <a:pPr algn="l"/>
            <a:r>
              <a:rPr sz="1450" b="0">
                <a:solidFill>
                  <a:srgbClr val="BFDBFE"/>
                </a:solidFill>
                <a:latin typeface="Microsoft JhengHei"/>
                <a:ea typeface="Microsoft JhengHei"/>
                <a:cs typeface="Microsoft JhengHei"/>
              </a:rPr>
              <a:t>每篇拆到「可理論重現」的步驟|逐項對照差異|檢核誰用了「LLM 已經會,缺的是狀態」假設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7899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四篇 activation / 診斷系(和我同一把手術刀):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　ASA(向量開關)、KnowWhen(probe+起筆)、KDGap(知行落差診斷)、Looking(看到≠選到)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三篇 context 系(同動機、不同注入層):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　Re-Invoke(改寫兩端)、RAG-MCP(先檢索再塞)、MCP-Zero(模型開口要)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閱讀提示:七篇中僅 Re-Invoke 有會議版(EMNLP 2024 Findings),其餘皆 arXiv 預印本;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數字皆原論文回報,少數轉引自第三方重現(頁面上會標註)。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分析框架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工具 agent 的三種死法 —— 七篇論文和我各自在修哪裡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0700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611880" cy="47548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611880" cy="566928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17904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死法 1:觸發壞了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該出手不出手 / 亂出手
(要不要進工具模式)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63240"/>
            <a:ext cx="324612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3136392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ASA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向量開關(方法)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904488"/>
            <a:ext cx="324612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977640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KnowWhen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probe+起筆(方法)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745736"/>
            <a:ext cx="324612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4818888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KDGap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知行落差(診斷)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463040"/>
            <a:ext cx="3611880" cy="475488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0" y="1463040"/>
            <a:ext cx="3611880" cy="566928"/>
          </a:xfrm>
          <a:prstGeom prst="roundRect">
            <a:avLst>
              <a:gd name="adj" fmla="val 1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1517904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死法 2:環境感壞了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194560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不知道工具箱有什麼
漏叫、不敢列全、選錯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063240"/>
            <a:ext cx="324612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3136392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Looking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看到≠選到(診斷+修)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904488"/>
            <a:ext cx="324612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977640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Re-Invoke / RAG-MCP / MCP-Zero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修 context 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4745736"/>
            <a:ext cx="324612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4818888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★ 我的 cv+hybrid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修 activation 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1463040"/>
            <a:ext cx="3611880" cy="475488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92440" y="1463040"/>
            <a:ext cx="3611880" cy="566928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2168" y="1517904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死法 3:執行壞了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194560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參數填錯、依賴接錯、
狀態鏈接錯亂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063240"/>
            <a:ext cx="324612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8" y="3136392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(七篇都沒碰)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904488"/>
            <a:ext cx="324612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3977640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★ 我的 v3 管線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CoT 填參+登記簿+摘要分支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核心分野:同樣是「免訓練」,注入層不同 —— context 系改「字面」,activation 系(含我)改「腦內狀態」。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基準:我的方法(1/2)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cv 環境對比向量 —— 「工具箱在場」的腦狀態,免費量出來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0700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6949440" cy="338328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65379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萃取與注入(零訓練,O(工具數) 次 forward)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同一題造兩份 prompt:A =【工具清單】+ 任務文字;B = 只有任務文字(結尾逐字相同)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各 forward 一次(只讀不生成),取「最後 16 個 token 位置」在 L0–6 每層的 hidden state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cv_l = 對 40 題取平均( 對 16 個位置取平均( h_A − h_B ) ) —— 差值=純粹的「環境在場」效應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幅度校準:放大約 5 倍到有效量級(L6 一根佔 90% norm)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部署:prompt 完全不放工具清單(盲規劃),每層輸出、每個位置 h += cv_l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600200"/>
            <a:ext cx="18288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7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00200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A:清單+任務
forward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21240" y="1600200"/>
            <a:ext cx="17373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0" y="1600200"/>
            <a:ext cx="16459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B:只有任務
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146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相減、平均 → 一根方向 / 層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464040" y="2834640"/>
            <a:ext cx="274320" cy="320040"/>
          </a:xfrm>
          <a:prstGeom prst="downArrow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324612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 w="12700">
            <a:solidFill>
              <a:srgbClr val="17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246120"/>
            <a:ext cx="2651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cv(L0–6 各一根)
=「看過工具箱」的狀態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983480"/>
            <a:ext cx="5440680" cy="132588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4983480"/>
            <a:ext cx="5440680" cy="73152"/>
          </a:xfrm>
          <a:prstGeom prst="roundRect">
            <a:avLst>
              <a:gd name="adj" fmla="val 50000"/>
            </a:avLst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5148072"/>
            <a:ext cx="514807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為什麼相信它是「環境」不是雜訊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跨任務 cos 0.97(同一根);4 組不同 query 重抽 → e2e 0.864±0.005;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用合成題抽也一樣好(0.863)→ 完全自包含,零 benchmark 資料。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983480"/>
            <a:ext cx="5532120" cy="132588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200" y="4983480"/>
            <a:ext cx="5532120" cy="73152"/>
          </a:xfrm>
          <a:prstGeom prst="roundRect">
            <a:avLst>
              <a:gd name="adj" fmla="val 50000"/>
            </a:avLst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5148072"/>
            <a:ext cx="523951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意外發現:與 SGD 方向正交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cos(cv, 訓練學出的向量) ≈ 0(每層)—— 模仿訓練找到的方向和自然對比方向垂直,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而且免費這根更好;有效環境方向不唯一、可相加。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來源:你的 LEA_environment_vector_journey.md §5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基準:我的方法(2/2)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hybrid 分工 + sv 判別向量 + 主要數字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0700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2860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7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2194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frozen 寫計畫骨架
(DONE 終止權 100%)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80360" y="1828800"/>
            <a:ext cx="384048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0128" y="1554480"/>
            <a:ext cx="2377440" cy="86868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 w="12700">
            <a:solidFill>
              <a:srgbClr val="17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554480"/>
            <a:ext cx="2286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注入 cv,從骨架末尾
「續寫」補漏掉的步驟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33288" y="1828800"/>
            <a:ext cx="384048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63056" y="1554480"/>
            <a:ext cx="1828800" cy="86868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8776" y="1554480"/>
            <a:ext cx="1737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執行
(wave 內並行)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37575" y="1828800"/>
            <a:ext cx="384048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67344" y="1554480"/>
            <a:ext cx="22860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7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13064" y="1554480"/>
            <a:ext cx="2194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frozen 依新 state
判斷續輪或收工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06040"/>
            <a:ext cx="10881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構造性保證:向量永遠碰不到終止決策 → 過早 DONE 不可能;續寫停筆=退回 frozen → 下限有保底。</a:t>
            </a:r>
          </a:p>
          <a:p>
            <a:pPr algn="l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sv(選配):每工具一題 BGE 驗證的唯一解合成題,訓一根 25K 共享向量;combo = 0.75·cv + 0.25·sv → 呼叫 −15%。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40"/>
            <a:ext cx="269748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7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611880"/>
            <a:ext cx="255117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0.866 vs 0.755</a:t>
            </a:r>
          </a:p>
          <a:p>
            <a:pPr algn="ct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e2e gold-recall(24 題)
cv-hybrid vs frozen,p=0.009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520440"/>
            <a:ext cx="269748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7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3611880"/>
            <a:ext cx="255117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+0.056~0.059</a:t>
            </a:r>
          </a:p>
          <a:p>
            <a:pPr algn="ct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clean-21 修正後領先
(p≈0.07,規模化中)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520440"/>
            <a:ext cx="269748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7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611880"/>
            <a:ext cx="255117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card 0.751</a:t>
            </a:r>
          </a:p>
          <a:p>
            <a:pPr algn="ct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G2:工具清單塞 prompt
≈ frozen(注入層對決)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3520440"/>
            <a:ext cx="246888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7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3611880"/>
            <a:ext cx="232257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0.90–0.94</a:t>
            </a:r>
          </a:p>
          <a:p>
            <a:pPr algn="ct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held-out server 遷移
(&gt; frozen 0.875)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29200"/>
            <a:ext cx="11109960" cy="123444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6636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我的 slot(和七篇對照的基準線):環境知識 × activation 注入 × 多步規劃 e2e —— 三個條件同時成立。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訓練基線全滅:LEA-traj7 0.754、LoRA-FT 0.755(六維全輸 frozen)—— 免訓練不是妥協,是更好。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來源:你的兩份研究文件;數字為 MCP-Bench 自合成任務、Qwen2.5-7B-Instruct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對手 1|ASA(arXiv:2602.04935,2026/02)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完整演算法:給模型裝一個「出手開關」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0700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532120" cy="48920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5120640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離線(分鐘級 CPU,~20KB 資產,基座全凍結)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設 4 個工具域(math/code/search/translation),每域收兩堆:「該用工具」正例 vs「不用」負例(Alpaca+NQ 建構)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每樣本 forward 一次,取殘差流「最後一個 prompt token」的 hidden state(逐層)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逐層訓線性 probe 判 tool/non-tool,用驗證 AUC 選層 → 三個模型都選中 L*=18(AUC≈0.999;打亂標籤→0.5)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均值差抽向量:v_global = mean(h|要工具) − mean(h|不用);每域再抽 v_d;單位正規化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訓兩個 sklearn 級小分類器:router(判這題屬哪個域)+ 每域 intent probe(判要不要工具)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以上就是全部——沒有任何 LLM 權重更新。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4892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481328"/>
            <a:ext cx="5074920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推論(只做一次,在 prompt 最後一個 token)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讀最後 token 的 h,標準化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router 判定領域 d(該用哪根域向量)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該域 probe 給「需要工具」機率 p_tool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帶符號閘門(安全閥):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　p ≥ τ(0.6) → g=+1(推它出手)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　p ≤ 1−τ → g=−1(壓住手癢/誤觸)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　中間 → g=0(信心不足就完全不干預)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合成方向:u = norm((1−β)·v_d + β·v_global)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⑥ 注入一次:h ← h + g·α·u(α=4.0),之後正常生成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直覺:probe 先讀模型心裡話(「我需要工具」),再用向量幫它把這句話「說出口」;反向注入同一根向量就能防亂叫。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註:官方未開源;步驟細節部分轉引自第三方重現(gyunggyung/Liquid-ASA),已與論文摘要數字互核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對手 1|ASA(續)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有多強、跟我差在哪、怎麼用假設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0700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4114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97280"/>
                <a:gridCol w="1097280"/>
              </a:tblGrid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Qwen2.5-1.5B</a:t>
                      </a:r>
                    </a:p>
                  </a:txBody>
                  <a:tcPr marL="54864" marR="36576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strict F1</a:t>
                      </a:r>
                    </a:p>
                  </a:txBody>
                  <a:tcPr marL="54864" marR="36576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誤觸率 FPR</a:t>
                      </a:r>
                    </a:p>
                  </a:txBody>
                  <a:tcPr marL="54864" marR="36576" marT="18288" marB="18288"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Baseline(不干預)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0.18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0.146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Few-shot prompt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0.28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0.271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LoRA(要訓練)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0.57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0.458(亂叫)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ASA(免訓練)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0.50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0.052(最低)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657600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LLaMA-8B:F1 0.576 → 0.802(+39%)。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注入後 JSON 合法率 0.88 不塌 → 只翻「開關」,不壞格式能力。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663440"/>
            <a:ext cx="4114800" cy="160020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773168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⚠ 誠實註記(第三方重現)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增益依賴極弱基線(Recall 0.11);基線好時 ASA 無增益;0.5B(本來就不會生成呼叫)完全無效。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92040" y="1417320"/>
          <a:ext cx="68122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651760"/>
                <a:gridCol w="2743200"/>
              </a:tblGrid>
              <a:tr h="50945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維度</a:t>
                      </a:r>
                    </a:p>
                  </a:txBody>
                  <a:tcPr marL="54864" marR="36576" marT="18288" marB="18288">
                    <a:solidFill>
                      <a:srgbClr val="17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ASA</a:t>
                      </a:r>
                    </a:p>
                  </a:txBody>
                  <a:tcPr marL="54864" marR="36576" marT="18288" marB="18288">
                    <a:solidFill>
                      <a:srgbClr val="17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我(cv+hybrid)</a:t>
                      </a:r>
                    </a:p>
                  </a:txBody>
                  <a:tcPr marL="54864" marR="36576" marT="18288" marB="18288">
                    <a:solidFill>
                      <a:srgbClr val="172A4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修哪個死法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觸發:要不要進工具模式(單步 yes/no)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環境感:叫哪些、叫不叫得齊(多步規劃)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向量的語意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「工具意圖」行為極性(要/不要)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「工具箱在場」的環境知識本身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對比怎麼做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不同的題(要工具 vs 不用工具)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同一題(清單在場 vs 不在場,結尾同文)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注入方式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單層 L18、最後 token、一次;probe 定正負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L0–6 全層全位置常開;無需 probe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安全機構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學出來的閘門(probe+τ)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構造保證(hybrid:向量碰不到 DONE)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評測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MTU-Bench 單步 F1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MCP-Bench 真執行多步 gold-recall+六維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892040" y="5166360"/>
            <a:ext cx="6812280" cy="10972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5276088"/>
            <a:ext cx="6446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假設使用:把假設寫成核心敘事 ——「representation–behavior gap」:probe AUC 0.999(知識在)vs F1 0.18(行為失能)。</a:t>
            </a:r>
          </a:p>
          <a:p>
            <a:pPr algn="l"/>
            <a:r>
              <a:rPr sz="1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邊界:只能釋放已存在的能力,不能無中生有 —— 恰好幫你劃出假設的適用範圍。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數字:ASA 論文 Table 4–5(部分轉引自重現 repo,與摘要互核)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對手 2|KnowWhen(arXiv:2605.09252,UCSD)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「LLM 早就知道何時要工具」:probe 讀心 + 幫它起筆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0700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943600" cy="3657600"/>
          </a:xfrm>
          <a:prstGeom prst="roundRect">
            <a:avLst>
              <a:gd name="adj" fmla="val 10000"/>
            </a:avLst>
          </a:prstGeom>
          <a:solidFill>
            <a:srgbClr val="D5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553212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完整方法(模型權重零更新)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建 When2Tool:18 個環境×3 難度(計算/知識邊界/執行可靠三類),1,080 訓練 / 2,700 測試題,每題有「需不需要工具」標籤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每題 prompt forward 一次(本來就要做的編碼步,零額外成本),取最後 token 的 hidden states(全層)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訓線性 probe p=σ(w·h+b) 判「需不需要工具」→ 六個模型 AUROC 0.89–0.96,比模型自己用文字推理判斷還準!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推論:probe 判「不需要」→ 把回覆開頭先填上「I can solve this directly without using a tool.」;判「需要」→ 填「I need to use a tool for this question.」→ 模型接著寫下去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門檻 τ 從 0.1 掃到 0.9 → 可連續調「準確率↔省呼叫」的平衡點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417320"/>
            <a:ext cx="23774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48272" y="1508760"/>
            <a:ext cx="223113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−48%</a:t>
            </a:r>
          </a:p>
          <a:p>
            <a:pPr algn="ct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多餘工具呼叫
(準確率只 −1.7%)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417320"/>
            <a:ext cx="242316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08592" y="1508760"/>
            <a:ext cx="227685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0.89–0.96</a:t>
            </a:r>
          </a:p>
          <a:p>
            <a:pPr algn="ct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probe AUROC
(&gt; 模型自我推理)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743200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最佳 baseline 同準確率下只能省 6% —— 內部訊號比外部提示有效 8 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429000"/>
            <a:ext cx="498348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538728"/>
            <a:ext cx="4617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跟我差在哪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同 ASA 題目(觸發/何時),不是環境感;單步。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介入通道是「文字起筆」——比 activation 注入淺一層:讀的是內部狀態,寫回去的是 context 文字。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我是把狀態直接寫回 activation,不佔輸出、不受措辭牽制。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21208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D5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321808"/>
            <a:ext cx="10744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假設使用:你核心假設的直接證據(反向版:過度呼叫)——「models already know when tools are needed, but fail to act on it」。</a:t>
            </a:r>
          </a:p>
          <a:p>
            <a:pPr algn="l"/>
            <a:r>
              <a:rPr sz="115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它證明「把模型已知但沒表達的內部狀態外顯化注回」就足以矯正行為 —— 你把同一件事做在 activation 層、環境知識上。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程式碼/資料已開源(Trustworthy-ML-Lab/when2tool);headline τ 值未公開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對手 3|KDGap(arXiv:2605.14038,UMD)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純診斷:「知道要用工具」和「真的去叫」是兩個幾乎垂直的方向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0700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943600" cy="32004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5532120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完整方法(不提出修法,只量測)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「需不需要工具」改成模型自適應定義:同一題不給工具跑 10 次(T=0.7),有任何一次錯 → 對這個模型是 tool-necessary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給工具的正常設定下看它實際叫不叫 → 逐題比對算 mismatch:算術題 26.5–54%、事實 QA 30.8–41.8% 不一致!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訓兩組線性 probe:cognition(內部認為需要?)與 execution(實際要叫?),逐(層×token 位置)量 MCC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幾何分析:兩個 probe 方向在「後段層、最後 token」(決策點)幾乎正交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逐樣本歸因:大多數不一致發生在 cognition→action 的轉換,不是認知本身錯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417320"/>
            <a:ext cx="23774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48272" y="1508760"/>
            <a:ext cx="223113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26.5–54%</a:t>
            </a:r>
          </a:p>
          <a:p>
            <a:pPr algn="ct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知道↔做到
不一致率(算術)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417320"/>
            <a:ext cx="242316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08592" y="1508760"/>
            <a:ext cx="227685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≈ 正交</a:t>
            </a:r>
          </a:p>
          <a:p>
            <a:pPr algn="ct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「知道」方向 ⊥
「行動」方向(決策點)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788920"/>
            <a:ext cx="49834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898648"/>
            <a:ext cx="4617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跟我差在哪 &amp; 為什麼它對你特別重要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它不是方法,是診斷 —— 沒做任何注入實驗。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警示:只沿「知識方向」注入,未必推得動「行動」(兩方向垂直!)。</a:t>
            </a:r>
          </a:p>
          <a:p>
            <a:pPr algn="l"/>
            <a:r>
              <a:rPr sz="10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• 這恰好是你 hybrid 的理論註腳:cv 只管知識(列全),行動決策(DONE/骨架)整個留給 frozen —— 你的分工正好繞開了這個正交陷阱。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754880"/>
            <a:ext cx="11155680" cy="141732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882896"/>
            <a:ext cx="10744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假設使用:支持一半、修正一半。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支持:知識確實線性存在於 activation(probe MCC&gt;0.4 大片區域);多數失敗是「認知對、行動翻掉」→ 失能是行為性的。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修正:知識方向 ≠ 行動方向 → 「注入狀態就夠」需要選對注入目標;引它時把你的 hybrid 講成對此幾何的工程回應。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模型:Qwen3-4B/8B、Llama-3.1-8B、Llama-3.2-3B;正交精確數值原文有、公開摘錄未載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對手 4|Looking Is Not Picking(arXiv:2606.16364)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「看到了 ≠ 選得到」:注意力早就對了,錯在讀出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0700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943600" cy="356616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553212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完整方法(診斷 + 兩種介入 + 免 gold 修法)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在 BFCL live_multiple(300 題)收真實「選錯工具」案例;把 prompt 裡每個工具定義標成一個 segment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算 HAA:從「正在做決策的 token」流向每個 segment 的注意力質量;看 argmax 落在誰身上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診斷:失敗案例中,注意力最重的 segment 有 80% 就是正確工具(隨機 21%)→ 模型「看對了」,錯在最後的決策讀出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對照:改 prompt(重排/複製正確工具)只救回 ≤23%;在 attention logits 加偏置或殘差流注入 steering 向量 → 救回 59–91%,且兩種介入救的是同一批(Jaccard 0.865)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實用版(不需要知道答案):直接讀模型自己的注意力當選擇器+信心閘 → BFCL +11.9 pts、Seal-Tools +14.9 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417320"/>
            <a:ext cx="23774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48272" y="1508760"/>
            <a:ext cx="223113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80% vs 21%</a:t>
            </a:r>
          </a:p>
          <a:p>
            <a:pPr algn="ct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失敗案例中注意力
已聚焦正確工具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417320"/>
            <a:ext cx="242316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08592" y="1508760"/>
            <a:ext cx="227685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≤23% vs 59–91%</a:t>
            </a:r>
          </a:p>
          <a:p>
            <a:pPr algn="ct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修 prompt vs
修內部(救回率)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788920"/>
            <a:ext cx="498348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898648"/>
            <a:ext cx="46177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跟我差在哪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它是單步「選工具」的失敗解剖;我是多步規劃的環境注入。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它的介入需要逐 segment 標註(且 gold 版要知道答案);我的 cv 是環境級一根方向,不用標。</a:t>
            </a:r>
          </a:p>
          <a:p>
            <a:pPr algn="l"/>
            <a:r>
              <a:rPr sz="10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• 對你是雙重背書:①「修 prompt 沒用」= 你 G2 的機制解釋;②「殘差流注入有效」= activation 介入的獨立重現。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12064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230368"/>
            <a:ext cx="10744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假設使用:最直接的行為層證據 ——「哪個工具對」的資訊已在模型內部(注意力 80% 聚焦),失敗在讀出;免訓練注入即可恢復大半。</a:t>
            </a:r>
          </a:p>
          <a:p>
            <a:pPr algn="l"/>
            <a:r>
              <a:rPr sz="11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範疇限制:只證「選對工具」的知識潛在存在;不涉及參數填寫與多步規劃 —— 那正是你的地盤。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模型:Llama-3.1-8B、Qwen2.5-3B/7B/Coder-7B、Qwen3-8B;HAA 聚合式與介入強度未公開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對手 5|Re-Invoke(Findings of EMNLP 2024,Google)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免訓練檢索:讓 LLM 幫「工具文件」與「使用者查詢」兩端改寫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0700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943600" cy="356616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553212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完整方法(零訓練、零標註)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【離線】① 每份工具文件丟給 LLM(T=0.7):「這工具會被怎麼問?」生成 10 條多樣合成查詢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每條合成查詢各自接在文件前 → 10 份「擴充副本」,各自嵌入(gecko)入索引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【線上】③ 使用者查詢丟給 LLM(T=0):抽出核心工具意圖,多需求就拆成多條意圖句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每條意圖對每個工具:對 10 份副本的相似度取平均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合併多意圖:每個工具取「(反向名次, 相似度)」在所有意圖中的最大值排序 → 只要對任一意圖排很前,整體就靠前 → 取 top-k</a:t>
            </a:r>
          </a:p>
          <a:p>
            <a:pPr algn="l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直覺:工具文件是工程師寫的、查詢是使用者寫的 —— 兩邊都翻譯成「同一種語言」再比對。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417320"/>
            <a:ext cx="23774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48272" y="1508760"/>
            <a:ext cx="223113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+20% / +39%</a:t>
            </a:r>
          </a:p>
          <a:p>
            <a:pPr algn="ct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nDCG@5 相對提升
(單工具/多工具,ToolE)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417320"/>
            <a:ext cx="242316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08592" y="1508760"/>
            <a:ext cx="227685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.388→.538</a:t>
            </a:r>
          </a:p>
          <a:p>
            <a:pPr algn="ct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ToolBench I2
(萬級工具庫)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788920"/>
            <a:ext cx="498348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898648"/>
            <a:ext cx="46177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跟我差在哪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它作用在「索引/字面」層:讓檢索器更會找;完全不碰模型內部,也不管模型拿到候選後敢不敢用。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跟我不是同一格:其實是互補 —— 我的 BGE 接地層可以直接換裝 Re-Invoke 來強化。</a:t>
            </a:r>
          </a:p>
          <a:p>
            <a:pPr algn="l"/>
            <a:r>
              <a:rPr sz="10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• 我的貢獻在它之後的那一段:候選進來了,planner 的「環境感」與規劃覆蓋。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12064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230368"/>
            <a:ext cx="10744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假設使用:弱形式旁證 —— 凍結 LLM 已具備「查詢↔工具」對應知識,純 prompting 重組就大幅改善;但無 probe、無注入,</a:t>
            </a:r>
          </a:p>
          <a:p>
            <a:pPr algn="l"/>
            <a:r>
              <a:rPr sz="11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不能當「知識在 activation 裡」的證據。寫 related work 時把它歸「context 系免訓練」。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唯一有會議版的對手(ACL Anthology 2024.findings-emnlp.270);LLM=text-bison@001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對手 6|RAG-MCP(arXiv:2505.03275)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把「工具發現」搬出 prompt:先檢索、只塞一個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0700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943600" cy="329184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55321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完整方法(免訓練)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離線:所有 MCP 工具 schema(名稱+描述)各編碼成向量,建外部索引;新工具只要加索引、不動模型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線上:使用者任務編碼 → cosine 相似度取 top-k 候選 MCP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③(可選)對候選生成 few-shot 測試查詢做健全性檢查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只把選中那(幾)個 schema 放進 prompt → LLM 用 function calling 執行(qwen-max,≤10 輪,Deepseek-v3 判分)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壓力測試:N 個候選(1 個正解+N−1 干擾),N 從 1 掃到 11,100、26 個區間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417320"/>
            <a:ext cx="23774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48272" y="1508760"/>
            <a:ext cx="223113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43.13%</a:t>
            </a:r>
          </a:p>
          <a:p>
            <a:pPr algn="ct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vs 全塞 13.62%
vs 關鍵字過濾 18.20%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417320"/>
            <a:ext cx="242316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08592" y="1508760"/>
            <a:ext cx="227685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−50%+</a:t>
            </a:r>
          </a:p>
          <a:p>
            <a:pPr algn="ct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prompt tokens
(1,084 vs 2,134)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788920"/>
            <a:ext cx="498348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898648"/>
            <a:ext cx="4617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跟我差在哪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同動機(context 汙染害死選擇),不同注入層:它把「選中的 schema 文字」塞回 prompt;我把「看過工具箱的狀態」寫進 activation。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它自承千級工具池退化(第三方測 1000 工具時 31.2%)—— 單層向量索引的天花板。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846320"/>
            <a:ext cx="11155680" cy="137160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974336"/>
            <a:ext cx="10744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假設使用:行為半邊的漂亮證據 —— 同一個凍結模型,只改 context 內容,準確率 13.62%→43.13%(3.2×)。</a:t>
            </a:r>
          </a:p>
          <a:p>
            <a:pPr algn="l"/>
            <a:r>
              <a:rPr sz="11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特別注意它的壓力測試:正解 schema 明明就在 prompt 裡,干擾一多就選不出 —— 「資訊可得 ≠ 行為做對」,正是你假設的 prompt 層版本。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執行 LLM:qwen-max-0125;embedding 模型與 top-k 值未公開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對手 7|MCP-Zero(arXiv:2506.01056,廈大)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反轉主客:模型自己「開口要工具」,系統按需遞給它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0700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943600" cy="356616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553212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完整方法(免訓練,程式碼/資料已開源)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system prompt 給「許可」:無法自力解決時,輸出結構化區塊 &lt;tool_assistant&gt; server:平台領域 / tool:操作+對象 &lt;/tool_assistant&gt;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階層路由:server 欄位同時比對「官方描述」與「LLM 生成的能力摘要」取高分 → top-m 候選 server;再在裡面用 tool 欄位對工具描述算 cosine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排名分數 score = (s_server × s_tool) × max(s_server, s_tool) → 取 top-1 schema 注回 context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不夠就改寫請求再要一次(迭代),逐步跨 server 組 toolchain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附帶發布 MCP-tools 資料集:308 servers / 2,797 tools + 預算好的 embedding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417320"/>
            <a:ext cx="23774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48272" y="1508760"/>
            <a:ext cx="223113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95.19%</a:t>
            </a:r>
          </a:p>
          <a:p>
            <a:pPr algn="ct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APIBank 全工具池
(全塞基線 69.23%)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417320"/>
            <a:ext cx="242316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08592" y="1508760"/>
            <a:ext cx="227685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−98.24%</a:t>
            </a:r>
          </a:p>
          <a:p>
            <a:pPr algn="ct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tokens(6,308→111)
規模 ×40 幾乎不掉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788920"/>
            <a:ext cx="498348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898648"/>
            <a:ext cx="46177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跟我差在哪(哲學最接近的一篇)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它也「不給模型看全清單」——跟你的盲規劃同思想;它用 attention 稀釋理論論證全塞有害 = 你 G2 的同盟。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但注入層不同:它每次把「命中的 schema 文字」遞回 prompt(模型要先會開口);你是讓模型「腦內先有工具箱的感覺」再盲規劃。</a:t>
            </a:r>
          </a:p>
          <a:p>
            <a:pPr algn="l"/>
            <a:r>
              <a:rPr sz="10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• 有趣互補:純 query 檢索只有 71.63% → 模型自己改寫請求才是關鍵 —— 「模型內部訊號 &gt; 原始查詢」再添一證。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12064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230368"/>
            <a:ext cx="10744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假設使用:行為半邊 —— 三個未微調商用模型(Claude/GPT-4.1/Gemini)靠「許可+按需注入」就維持 90–97%,隱含「工具呼叫能力早已具備」;</a:t>
            </a:r>
          </a:p>
          <a:p>
            <a:pPr algn="l"/>
            <a:r>
              <a:rPr sz="11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但全程 context 層,無 probing、無 activation 注入。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受測模型:Claude-3.5-Sonnet / GPT-4.1 / Gemini-2.5-Flash;top-m 值未公開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總對照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七篇 × 我:一張表看完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0700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201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691640"/>
                <a:gridCol w="1828800"/>
                <a:gridCol w="1783080"/>
                <a:gridCol w="1920240"/>
                <a:gridCol w="2423160"/>
              </a:tblGrid>
              <a:tr h="497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論文</a:t>
                      </a:r>
                    </a:p>
                  </a:txBody>
                  <a:tcPr marL="54864" marR="36576" marT="18288" marB="18288">
                    <a:solidFill>
                      <a:srgbClr val="17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修哪個死法</a:t>
                      </a:r>
                    </a:p>
                  </a:txBody>
                  <a:tcPr marL="54864" marR="36576" marT="18288" marB="18288">
                    <a:solidFill>
                      <a:srgbClr val="17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注入層</a:t>
                      </a:r>
                    </a:p>
                  </a:txBody>
                  <a:tcPr marL="54864" marR="36576" marT="18288" marB="18288">
                    <a:solidFill>
                      <a:srgbClr val="17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需要什麼</a:t>
                      </a:r>
                    </a:p>
                  </a:txBody>
                  <a:tcPr marL="54864" marR="36576" marT="18288" marB="18288">
                    <a:solidFill>
                      <a:srgbClr val="17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用了假設?</a:t>
                      </a:r>
                    </a:p>
                  </a:txBody>
                  <a:tcPr marL="54864" marR="36576" marT="18288" marB="18288">
                    <a:solidFill>
                      <a:srgbClr val="17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與我的核心差異</a:t>
                      </a:r>
                    </a:p>
                  </a:txBody>
                  <a:tcPr marL="54864" marR="36576" marT="18288" marB="18288">
                    <a:solidFill>
                      <a:srgbClr val="172A4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ASA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觸發(when)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activation(單點)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各域正負例題各數百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核心敘事+最強證據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開關 vs 環境感;單步 vs 多步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KnowWhen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觸發(when)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 prefill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1,080 標註題訓 probe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直接證實(讀心)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 activation 但寫回 context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KDGap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(純診斷)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無工具 rollout ×10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支持+修正(正交警示)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不是方法;是我 hybrid 的理論註腳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Looking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環境感(選錯)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attention/殘差流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 segment 標註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行為層最直接證據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單步選工具 vs 多步規劃;背書我的 G2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Re-Invoke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環境感(檢索)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索引/字面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零(LLM 合成)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弱旁證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互補:可強化我的 BGE 接地層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RAG-MCP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環境感(檢索)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prompt(塞 schema)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行為半邊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同動機不同層;千級池退化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MCP-Zero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環境感(按需)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prompt(遞 schema)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零(需 schema 目錄)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行為半邊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同「盲規劃」哲學;字面遞送 vs 腦內注入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★ 我(cv+hybrid)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環境感+規劃覆蓋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activation(全層常開)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零(工具目錄即可)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假設的「環境知識」版實作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唯一:環境知識×activation×多步 e2e</a:t>
                      </a:r>
                    </a:p>
                  </a:txBody>
                  <a:tcPr marL="54864" marR="36576" marT="18288" marB="18288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出處狀態:Re-Invoke = EMNLP 2024 Findings;其餘六篇皆 arXiv 預印本(引用時標 preprint,別寫成已發表)。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假設檢核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「LLM 已經會,缺的是狀態」—— 誰證實了、誰只用了一半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0700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440680" cy="3200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證實「知識在 activation 裡」(強證據)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ASA:probe AUC 0.999 讀出工具意圖 vs 行為 F1 僅 0.18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KnowWhen:AUROC 0.89–0.96,比模型自己用文字推理還準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KDGap:認知線性可解碼(MCC&gt;0.4);多數失敗在認知→行動轉換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Looking:失敗案例中注意力 80% 已聚焦正確工具</a:t>
            </a:r>
          </a:p>
          <a:p>
            <a:pPr algn="l"/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→ 四篇獨立團隊、四種讀法(probe/attention),同一結論。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40680" cy="320040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5029200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只用「行為/context」半邊(旁證)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Re-Invoke:凍結 LLM 純 prompting 就能大幅改善檢索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RAG-MCP:同一模型只改 context,13.62%→43.13%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MCP-Zero:未微調模型靠許可+按需注入維持 90–97%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→ 都證明「不重訓、改情境就夠」,但沒碰內部表徵;</a:t>
            </a:r>
          </a:p>
          <a:p>
            <a:pPr algn="l"/>
            <a:r>
              <a:rPr sz="12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不能引作 activation 層的證據。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00600"/>
            <a:ext cx="11155680" cy="141732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你的位置:假設本身正在變成社群共識(2026 上半年四篇獨立驗證)—— 你不需要辯護假設,只需要引用。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你的獨特增量:他們讀/推的是「意圖、選擇」這種單步訊號;你把「整個環境」壓成方向、在多步 e2e 真執行上驗證,</a:t>
            </a:r>
          </a:p>
          <a:p>
            <a:pPr algn="l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且 KDGap 的正交發現恰好解釋你 hybrid 分工(向量管知識、frozen 管行動)為何是對的設計。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所以要做什麼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寫論文前的三件事(按優先級)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0700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11201400" cy="141732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48640" cy="1417320"/>
          </a:xfrm>
          <a:prstGeom prst="roundRect">
            <a:avLst>
              <a:gd name="adj" fmla="val 1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4864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572768"/>
            <a:ext cx="103327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補「top-k 文件進 prompt」臂</a:t>
            </a:r>
          </a:p>
          <a:p>
            <a:pPr algn="l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你的 G2 用全清單(card),審稿人會說「全清單當然有害,給 top-5 呢?」你的 select 已看 top-5 —— 補一臂讓 planner 也看 top-5 文件,把「activation &gt; prompt」的對決做乾淨。RAG-MCP / MCP-Zero 就是這一臂的文獻化身。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35808"/>
            <a:ext cx="11201400" cy="141732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035808"/>
            <a:ext cx="548640" cy="14173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35808"/>
            <a:ext cx="54864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45536"/>
            <a:ext cx="103327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用 KDGap 幾何重寫 hybrid 的動機</a:t>
            </a:r>
          </a:p>
          <a:p>
            <a:pPr algn="l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從「工程上模糊題會崩」升級成「認知方向⊥行動方向,故向量只注入知識、行動留給 frozen」—— 一段引用就把設計從 trick 變成 principled。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08576"/>
            <a:ext cx="11201400" cy="14173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4608576"/>
            <a:ext cx="548640" cy="14173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608576"/>
            <a:ext cx="54864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718304"/>
            <a:ext cx="103327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related work 的分工句</a:t>
            </a:r>
          </a:p>
          <a:p>
            <a:pPr algn="l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ASA/KnowWhen 修觸發(when)、Looking 修單步讀出、我修環境感與規劃覆蓋(which/coverage,多步);context 系(Re-Invoke/RAG-MCP/MCP-Zero)同動機不同注入層,G2+Looking 說明其在小模型上的天花板。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6263640"/>
            <a:ext cx="11201400" cy="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加分項:在 ASA 的 when-to-call 場景跑一次你的 cv(或在你的場景跑 ASA 式 gate)—— 一個實驗同時完成比較與互補性論證。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參考文獻(論文格式)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207008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2014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【七篇對手】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[1] ASA: Training-Free Representation Engineering for Tool-Calling Agents. arXiv:2602.04935, 2026.(官方未開源;部分數字轉引自第三方重現 gyunggyung/Liquid-ASA)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[2] Sun, C.-E., Liu, L., Yan, G., Wang, Z., Weng, T.-W. LLM Agents Already Know When to Call Tools — Even Without Reasoning. arXiv:2605.09252, 2026.(UCSD;When2Tool 已開源)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[3] Cheng, Y., Fan, C., JafariRaviz, M., Rezaei, K., Feizi, S. Model-Adaptive Tool Necessity Reveals the Knowing-Doing Gap in LLM Tool Use. arXiv:2605.14038, 2026.(UMD)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[4] Chen, S. Looking Is Not Picking: An Attention-Segment Account of Tool-Selection Failures in LLM Agents. arXiv:2606.16364, 2026.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[5] Chen, Y., Yoon, J., Sachan, D. S., Wang, Q., Cohen-Addad, V., Bateni, M., Lee, C.-Y., Pfister, T. Re-Invoke: Tool Invocation Rewriting for Zero-Shot Tool Retrieval. In Findings of EMNLP 2024.(Google)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[6] Gan, T., Sun, Q. RAG-MCP: Mitigating Prompt Bloat in LLM Tool Selection via Retrieval-Augmented Generation. arXiv:2505.03275, 2025.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[7] Fei, X., Zheng, X., Feng, H. MCP-Zero: Active Tool Discovery for Autonomous LLM Agents. arXiv:2506.01056, 2025.(廈門大學;MCP-tools 資料集已開源)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【steering / 表徵工程機制家族(cv 的方法學譜系,寫 related work 必引)】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[8] Rimsky, N., et al. Steering Llama 2 via Contrastive Activation Addition. In ACL 2024.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[9] Todd, E., et al. Function Vectors in Large Language Models. In ICLR 2024.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[10] Liu, S., et al. In-context Vectors: Making In-Context Learning More Effective and Controllable Through Latent Space Steering. In ICML 2024.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[11] Hendel, R., Geva, M., Globerson, A. In-Context Learning Creates Task Vectors. In Findings of EMNLP 2023.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[12] Li, K., et al. Inference-Time Intervention: Eliciting Truthful Answers from a Language Model. In NeurIPS 2023.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[13] Zou, A., et al. Representation Engineering: A Top-Down Approach to AI Transparency. arXiv:2310.01405, 2023.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[14] Xie, S. M., et al. An Explanation of In-context Learning as Implicit Bayesian Inference. In ICLR 2022.(「latent concept/environment」的理論錨點)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查證方式:2026-07 經多輪網路搜尋逐篇查證(arXiv HTML / GitHub / 評論頁交叉比對);各頁「未公開」處已標註,未經確認的細節不寫入。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