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9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　×　如何結合主訴做判斷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①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每列＝ EHR 項目 ｜ 便宜取得方式 ｜ 出現於哪幾篇 ｜ 成熟度（綠=可靠　黃=篩檢/研究　紅=受限）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4650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3172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夾式/插入式血氧計(準) · 手機相機＋閃光(篩檢級)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03371" y="2368296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16936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60749" y="2953512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02152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87368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壓脈帶手動輸入；純手機量測尚不可靠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67258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手機麥克風錄音（自動分類仍研究）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0749" y="470916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25780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3398" y="5294376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4864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486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註：論文 4（Joseph）不新增感測，直接沿用 EHR 既有生命徵象數字；上表列的是「用便宜設備主動取得」的對應。真正穩定 &lt;NT$5000 的以心率、血氧、體溫、呼吸為主，血壓與聲音類仍是弱點。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①B · 聚焦相機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只用手機相機（含閃光），能做到哪些？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把上一頁篩成「純相機、不外接任何硬體」能做的。狀態：綠=可靠　黃=篩檢/研究　紅=做不到/實驗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手指蓋後鏡頭＋閃光 → 接觸式 PPG（血液脈動亮暗）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同段指尖影片，比紅/藍綠光脈動比值 → CNN 估算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60749" y="236829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讀螢幕數字（OCR）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拍血氧計/體溫計螢幕 → OCR 讀數字（間接）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間接·成熟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指尖 PPG 基線起伏，或前鏡頭拍胸部起伏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一般方法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50056" y="3538728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可行·研究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相機測不到熱 → 不能直測，只能 OCR 讀體溫計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(OCR)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3398" y="4123944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不能直測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波形估血壓仍實驗、不可靠、非臨床級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非這 5 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實驗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屬手機「麥克風」，不是相機的工作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60749" y="529437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非相機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797296"/>
            <a:ext cx="10744200" cy="603504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797296"/>
            <a:ext cx="91440" cy="603504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25312"/>
            <a:ext cx="10360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核心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相機其實只做兩件事：① 當「接觸式血氧感測器」（指尖 PPG → 心率可靠、血氧篩檢級）；② 當「掃描器」（OCR 讀既有裝置螢幕）。體溫、血壓相機都做不好。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①C · 相機進階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手機相機還能「篩檢」出這些（超出這 5 篇的研究）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以下多來自這 5 篇以外的相機健康量測文獻，屬篩檢/研究級。狀態：綠=較成熟　黃=篩檢/研究　紅=實驗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 PPG 脈搏不規則 → 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74650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統合 敏感94%/特異96%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0749" y="178308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心率變異 HRV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逐拍間隔 → 自律神經/壓力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33172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接觸 或 臉部 rPPG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98099" y="2368296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 Hb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眼結膜 或 指甲床影像 → 估 Hb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1693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結膜~75%；HemaApp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篩檢/研究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膽紅素（新生兒）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皮膚 或 鞏膜影像 → 估膽紅素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0215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BiliCam R.84–.91、BiliScreen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指壓後短影片 → 自動測回填時間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087368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Cap App；敗血症檢傷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新興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 PLR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前鏡頭＋閃光拍瞳孔對光收縮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67258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PupilScreen；腦傷/中風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非接觸臉部 rPPG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環境光拍臉 → 心率/呼吸/HRV（免碰）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525780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HR 誤差~0.1–0.4 bpm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78072" y="5294376"/>
            <a:ext cx="878776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HR 可靠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669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共同原理：都在分析影像的「顏色·脈動·形狀」。多屬篩檢/研究級、不取代正式檢驗；顏色類（血氧·貧血·黃疸）受膚色影響是共同限制。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1 Smart Triage、論文 2 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Joseph（加主訴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3 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用 ESI 當對照；論文 1 勾選項源自 WHO 危險徵象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