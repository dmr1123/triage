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241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 × 如何結合主訴做判斷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並統整「相機 / App / 便宜設備」能測到哪些數值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00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名詞速記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先解釋術語——後面不再出現沒說明的縮寫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核心概念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9339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檢傷 Triage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人手不足時，快速決定「誰先看」。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688336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生命徵象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心率·呼吸·血壓·體溫·血氧等基本讀數。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3383280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病人自己說哪裡不舒服（常一句話或勾選）。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EHR 電子病歷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存放病人資料的系統。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773168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能初步過篩，但不取代正式檢驗。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46811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醫療級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準確度接近正式醫療器材。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訊號與感測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99339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SpO₂ 血氧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血液帶氧百分比，低於 90% 危險。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688336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用光看血液脈動（忽亮忽暗＝心跳）。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79392" y="3383280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rPPG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不碰身體、拍臉也能量的 PPG。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79392" y="4078224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OCR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讓相機「讀」出螢幕上的數字。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939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79392" y="4773168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HRV 心率變異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心跳間隔的變化，反映自律神經。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7939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79392" y="546811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6227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MUAC 上臂圍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量上臂一圈，看營養/病況。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與模型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555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5552" y="199339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從資料學出規則：吃數字 → 吐預測。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4555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45552" y="2688336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Logistic 回歸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幾個輸入加權 → 算出 0~100% 機率。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4555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45552" y="3383280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CNN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擅長從影像/訊號抓特徵的神經網路。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555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845552" y="4078224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詞向量 embedding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把文字變數字，讓模型讀懂主訴。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4555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45552" y="4773168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2843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AUC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模型排序準不準：0.5 瞎猜～1 完美。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4555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845552" y="546811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美國急診 5 級檢傷量表（傳統基準）。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3232" y="6236208"/>
            <a:ext cx="10744200" cy="38404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3232" y="6236208"/>
            <a:ext cx="91440" cy="38404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6" y="6364224"/>
            <a:ext cx="10360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其他縮寫：CRT=微血管回填時間　·　PLR=瞳孔光反射　·　miniPIERS=一個孕婦風險模型　·　ratio-of-ratios=血氧計的比值算法。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只用相機 → 加 App → 加便宜設備，各能測到什麼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累加關係：每一層都包含前一層的能力，往下再多加。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600200"/>
            <a:ext cx="118872" cy="14813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Lv1　只用相機（＋閃光）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任何手機 · 代表：論文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64792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心率、血氧(篩檢)、呼吸；心房顫動、心率變異；OCR 讀既有裝置螢幕；影像篩檢：貧血·黃疸·微血管回填·瞳孔·非接觸臉部 rPPG。　（測不到體溫、血壓）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191256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191256"/>
            <a:ext cx="118872" cy="14813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Lv2　＋ App（麥克風·觸控·動作，仍無外接）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純軟體 · 代表：論文 1·3·4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355848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Lv1 之上再加：咳嗽/呼吸音(麥克風)、呼吸速率(點按 RRate)、動作/步態(加速度計)，以及症狀自填 / 主訴輸入（← 讓「結合主訴」成真）。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82312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82312"/>
            <a:ext cx="118872" cy="14813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28616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Lv3　＋ 便宜外接設備（&lt; NT$5000）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數十~數百美元 · 代表：論文 1·2·3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46904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Lv2 之上再加：血氧/心率(醫療級·準，夾式血氧計)、體溫(紅外線計)、血壓(壓脈帶)、單導程心電圖(貼片)、尿蛋白/血糖(試紙)、上臂圍(量尺)。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代表 AI 論文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僅列 100% 已查證原文者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10744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只保留能在 GitHub 看到「作者原始碼／程式碼」、100% 確認用 AI 的方法（皆標「已見原文」）。其餘（心房顫動、貧血、黃疸、瞳孔、咳嗽、微血管回填、血糖、步態、呼吸音）因無法 100% 確認原文，暫不列入，待全文可存取再補。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Lv1 心率（指尖 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conv＋LSTM 回歸心率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3736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Samavati 2022, arXiv:2204.08989（MEDVSE）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04424" y="177393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3570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35708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7228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Lv1 血氧 SpO₂（相機）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估血氧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27228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Hoffman 2022, npj Digit Med 5:146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04424" y="230886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770632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770632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07208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Lv1 非接觸 rPPG（臉→心率/呼吸）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深度卷積＋注意力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80720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Chen &amp; McDuff 2018, ECCV（DeepPhys）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4424" y="284378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05556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305556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42132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主訴文字（＋生命徵象）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神經網路融合詞向量＋徵象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342132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Joseph 2020, JACEP Open 1(5):773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04424" y="3378708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3840480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3840480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877056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單導程 ECG → 心律不整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34 層 CNN 分 12 種心律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877056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Hannun 2019, Nature Medicine 25:65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04424" y="391363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37540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375404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41198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Cuffless 血壓（PPG）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DNN 由 PPG 估血壓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41198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Hsu 2020, Sensors 20(19):5668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04424" y="444855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91032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910328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94690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穿戴 PPG → 惡化預測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Transformer 預測 2h 後惡化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94690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Ming 2024, npj Digit Med（登革熱）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04424" y="498348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532120"/>
            <a:ext cx="10744200" cy="960120"/>
          </a:xfrm>
          <a:prstGeom prst="roundRect">
            <a:avLst>
              <a:gd name="adj" fmla="val 60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532120"/>
            <a:ext cx="91440" cy="96012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5660136"/>
            <a:ext cx="10360152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已見原文的程式碼來源（GitHub 可存取）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MEDVSE：github.com/MahdiFarvardin/MEDVSE　·　Hoffman：github.com/ubicomplab/oximetry-phone-cam-data　·　DeepPhys：github.com/ubicomplab/rPPG-Toolbox　·　Joseph：github.com/jwjoseph/NN_triage_predict　·　Hannun：github.com/awni/ecg（官方）　·　Hsu：github.com/Yan-Cheng-Hsu/Blood-Pressure-Estimation-Model（官方）　·　Ming：github.com/jsmdaniels/VITAL（官方）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對照表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哪個數值，從哪一層開始能測？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81328"/>
            <a:ext cx="27889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數值 / EHR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2152" y="1481328"/>
            <a:ext cx="228600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Lv1　只相機</a:t>
            </a:r>
          </a:p>
        </p:txBody>
      </p:sp>
      <p:sp>
        <p:nvSpPr>
          <p:cNvPr id="7" name="Rectangle 6"/>
          <p:cNvSpPr/>
          <p:nvPr/>
        </p:nvSpPr>
        <p:spPr>
          <a:xfrm>
            <a:off x="5788152" y="1481328"/>
            <a:ext cx="310896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Lv2　＋App（麥克風·觸控）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1481328"/>
            <a:ext cx="25603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Lv3　＋便宜外接設備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8366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8366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篩檢（接觸 PPG）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88152" y="188366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7112" y="188366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可靠（血氧計）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267712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2267712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篩檢（相機＋閃光）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8152" y="2267712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2267712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可靠（夾式血氧計）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651760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2651760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概略（PPG/胸部）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52" y="265176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可（點按·麥克風）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97112" y="2651760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35808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2152" y="3035808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8152" y="3035808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7112" y="3035808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可靠（紅外線計）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19856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19856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88152" y="3419856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97112" y="3419856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可（壓脈帶）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3803904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心電圖 ECG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88152" y="3803904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97112" y="3803904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可（單導程貼片）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87952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2" y="4187952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篩檢（PPG）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418795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7112" y="4187952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可（ECG 更準）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572000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2152" y="4572000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88152" y="4572000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可（麥克風）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97112" y="4572000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4956048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 / 主訴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4956048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495604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可（觸控輸入）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97112" y="4956048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340096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影像篩檢：貧血·黃疸·CRT·瞳孔·HRV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2152" y="5340096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可（影像）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88152" y="5340096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97112" y="5340096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572414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尿蛋白 / 血糖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2152" y="572414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572414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572414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可（試紙）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6144768"/>
            <a:ext cx="10744200" cy="36576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3232" y="6144768"/>
            <a:ext cx="91440" cy="36576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" y="6272784"/>
            <a:ext cx="10360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「—」= 該層做不到　·　「篩檢」= 篩檢級、不取代正式檢驗　·　「可靠」= 接近醫療級。體溫/血壓/心電圖幾乎都要到 Lv3。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EHR 數據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基本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純相機、不外接任何硬體能做的。狀態：綠=可靠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整合方法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