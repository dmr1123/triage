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心率 HR：Masimo iSpO₂ 指夾直接讀出</a:t>
            </a:r>
          </a:p>
          <a:p>
            <a:r>
              <a:t>· 血氧 SpO₂：指夾用紅光＋紅外光穿過指尖，量含氧／缺氧血液吸光差 → 算血氧</a:t>
            </a:r>
          </a:p>
          <a:p>
            <a:r>
              <a:t>· 呼吸速率 RR：App 內建 RRate：跟著孩子每次呼吸點一下螢幕，換算每分鐘呼吸數（註：最後模型沒用到）</a:t>
            </a:r>
          </a:p>
          <a:p>
            <a:r>
              <a:t>· 體溫：體溫計量測，護理師輸入 App</a:t>
            </a:r>
          </a:p>
          <a:p>
            <a:r>
              <a:t>· 上臂圍 MUAC：捲尺量上臂，反映營養狀態</a:t>
            </a:r>
          </a:p>
          <a:p>
            <a:r>
              <a:t>· 觀察徵象：水腫、蒼白由護理師勾選（人為感測）</a:t>
            </a:r>
          </a:p>
          <a:p/>
          <a:p>
            <a:r>
              <a:t>設備：平板（Samsung Galaxy A8）＋ Masimo iSpO₂ 夾式指尖血氧計；醫師端另有儀表板</a:t>
            </a:r>
          </a:p>
          <a:p>
            <a:r>
              <a:t>金額：平板 ~US$200–250 ＋ 醫療級血氧計 ~US$200–300 → 整套約 NT$1.3–1.7 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  <a:p/>
          <a:p>
            <a:r>
              <a:t>重點：症狀與數字不是分開評分，而是同一條公式裡的權重——把「家長覺得不對勁」也變成一個可計算的變數。</a:t>
            </a:r>
          </a:p>
          <a:p>
            <a:r>
              <a:t>把主訴當成公式裡的變數，和血氧、心率等一起加權，最直接的「結合」。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SpO₂＋脈搏：指夾探頭：紅／紅外光穿指尖，含氧/缺氧血吸光不同 → 算 SpO₂ 與心率，傳回 App</a:t>
            </a:r>
          </a:p>
          <a:p>
            <a:r>
              <a:t>· 血壓：標準血壓計量測，手動輸入</a:t>
            </a:r>
          </a:p>
          <a:p>
            <a:r>
              <a:t>· 尿蛋白：標準尿液試紙，選等級輸入</a:t>
            </a:r>
          </a:p>
          <a:p>
            <a:r>
              <a:t>· 症狀·病史：以勾選清單輸入（見下頁主訴）</a:t>
            </a:r>
          </a:p>
          <a:p/>
          <a:p>
            <a:r>
              <a:t>設備：市售 Android 手機 ＋『Phone Oximeter』指夾血氧探頭（UBC 研發，早期經耳機孔連接）</a:t>
            </a:r>
          </a:p>
          <a:p>
            <a:r>
              <a:t>金額：血氧探頭目標價 ~US$40 ＋ 中階 Android 手機 → 整套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  <a:p/>
          <a:p>
            <a:r>
              <a:t>重點：血氧探頭補上一個關鍵徵象——研究顯示把 SpO₂ 加進 miniPIERS，抓到高危孕婦的敏感度由 ~33% 升到 ~50%。</a:t>
            </a:r>
          </a:p>
          <a:p>
            <a:r>
              <a:t>沿用成熟風險模型，手機＋血氧計把它搬到床邊；主訴與 SpO₂ 都是模型輸入。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體溫：MLX90614 紅外線非接觸測額溫/耳溫；或用相機 OCR 讀家用體溫計螢幕</a:t>
            </a:r>
          </a:p>
          <a:p>
            <a:r>
              <a:t>· 血氧 SpO₂＋心率：MAX30101 指尖紅/紅外光感測；或手指按後鏡頭＋閃光取得 PPG（心率）</a:t>
            </a:r>
          </a:p>
          <a:p>
            <a:r>
              <a:t>· 咳嗽·呼吸音：手機麥克風錄音</a:t>
            </a:r>
          </a:p>
          <a:p>
            <a:r>
              <a:t>· 症狀：App 內自填問卷</a:t>
            </a:r>
          </a:p>
          <a:p/>
          <a:p>
            <a:r>
              <a:t>設備：一般手機＋Flutter App（Android，已上架 Google Play）；另有選配低成本外掛</a:t>
            </a:r>
          </a:p>
          <a:p>
            <a:r>
              <a:t>金額：外掛：ESP32＋MAX30101（血氧/心率）＋MLX90614（紅外體溫），材料成本數十美元 →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  <a:p/>
          <a:p>
            <a:r>
              <a:t>重點：這是另一條路線——不做自動評分，把客觀數據送到醫師眼前，讓專業判斷取代電話追蹤。</a:t>
            </a:r>
          </a:p>
          <a:p>
            <a:r>
              <a:t>融合由「人」完成：便宜設備負責把徵象與症狀變成醫師看得到的硬數據。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生命徵象（結構化）：心率、呼吸、血壓、體溫、血氧，加年齡/性別</a:t>
            </a:r>
          </a:p>
          <a:p>
            <a:r>
              <a:t>· 血氧／心率：來自標準指夾血氧計</a:t>
            </a:r>
          </a:p>
          <a:p>
            <a:r>
              <a:t>· 血壓：手臂壓脈帶</a:t>
            </a:r>
          </a:p>
          <a:p>
            <a:r>
              <a:t>· 體溫：電子體溫計</a:t>
            </a:r>
          </a:p>
          <a:p>
            <a:r>
              <a:t>· 主訴（文字）：護理師鍵入的一句自由文字，交給模型理解語意</a:t>
            </a:r>
          </a:p>
          <a:p/>
          <a:p>
            <a:r>
              <a:t>設備：無任何硬體。純軟體／機器學習，跑在醫院既有電子病歷／檢傷系統裡</a:t>
            </a:r>
          </a:p>
          <a:p>
            <a:r>
              <a:t>金額：無硬體成本（不需買任何東西）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  <a:p/>
          <a:p>
            <a:r>
              <a:t>重點：這是最典型的「文字＋數字」自動融合。加入主訴文字後，AUC 由 0.82 升到 0.85，遠勝傳統 ESI（0.67）。</a:t>
            </a:r>
          </a:p>
          <a:p>
            <a:r>
              <a:t>不需人工整理症狀，讓深度學習直接讀懂主訴文字，是最靈活的結合方式。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SpO₂：手指蓋後鏡頭、閃光從內照亮組織；相機逐格記錄血液脈動造成的細微顏色(RGB)變化＝PPG 訊號</a:t>
            </a:r>
          </a:p>
          <a:p>
            <a:r>
              <a:t>· 原理 ratio-of-ratios：含氧與缺氧血紅素對紅光 vs 藍/綠光吸收不同；比較各色『脈動(AC)/穩定(DC)』比值 → 反推含氧量</a:t>
            </a:r>
          </a:p>
          <a:p>
            <a:r>
              <a:t>· 心率：PPG 的脈動頻率本身就含心率</a:t>
            </a:r>
          </a:p>
          <a:p/>
          <a:p>
            <a:r>
              <a:t>設備：未改裝的市售手機（Google Nexus 6P）：手指蓋後鏡頭、開閃光即可</a:t>
            </a:r>
          </a:p>
          <a:p>
            <a:r>
              <a:t>金額：幾乎零成本（用手邊既有手機）→ 遠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  <a:p/>
          <a:p>
            <a:r>
              <a:t>重點：這篇解決的是『怎麼用一支普通手機取得血氧』；把它產生的 SpO₂ 餵進前幾篇的融合模型，就能結合主訴。</a:t>
            </a:r>
          </a:p>
          <a:p>
            <a:r>
              <a:t>本身不含主訴，但提供最便宜的血氧來源，可當作其他融合模型的輸入。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102412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低成本設備輔助檢傷（報告版）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聚焦：訊號如何取得 × 如何結合主訴做判斷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並統整「相機 / App / 便宜設備」能測到哪些數值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800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5 篇論文 · 每篇 2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名詞速記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先解釋術語——後面不再出現沒說明的縮寫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核心概念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993392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檢傷 Triage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人手不足時，快速決定「誰先看」。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688336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生命徵象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心率·呼吸·血壓·體溫·血氧等基本讀數。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3383280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病人自己說哪裡不舒服（常一句話或勾選）。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4078224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EHR 電子病歷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存放病人資料的系統。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4773168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能初步過篩，但不取代正式檢驗。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5468112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醫療級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準確度接近正式醫療器材。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訊號與感測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1993392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SpO₂ 血氧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血液帶氧百分比，低於 90% 危險。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9392" y="2688336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PPG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用光看血液脈動（忽亮忽暗＝心跳）。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939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79392" y="3383280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6227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rPPG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不碰身體、拍臉也能量的 PPG。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939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79392" y="4078224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OCR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讓相機「讀」出螢幕上的數字。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7939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79392" y="4773168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HRV 心率變異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心跳間隔的變化，反映自律神經。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7939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79392" y="5468112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6227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MUAC 上臂圍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量上臂一圈，看營養/病況。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555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AI 與模型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555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5552" y="1993392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843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從資料學出規則：吃數字 → 吐預測。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4555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45552" y="2688336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Logistic 回歸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幾個輸入加權 → 算出 0~100% 機率。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4555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45552" y="3383280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2843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CNN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擅長從影像/訊號抓特徵的神經網路。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4555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845552" y="4078224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詞向量 embedding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把文字變數字，讓模型讀懂主訴。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4555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45552" y="4773168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2843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AUC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模型排序準不準：0.5 瞎猜～1 完美。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4555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845552" y="5468112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ESI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美國急診 5 級檢傷量表（傳統基準）。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13232" y="6236208"/>
            <a:ext cx="10744200" cy="38404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3232" y="6236208"/>
            <a:ext cx="91440" cy="38404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0976" y="6364224"/>
            <a:ext cx="103601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其他縮寫：CRT=微血管回填時間　·　PLR=瞳孔光反射　·　miniPIERS=一個孕婦風險模型　·　ratio-of-ratios=血氧計的比值算法。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共通主軸：取得訊號 → 結合主訴 → 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便宜設備取得徵象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手機相機·血氧計·麥克風·外掛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結合主訴/症狀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自由文字 或 勾選清單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判斷（模型或醫師）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檢傷等級·風險機率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97312" y="14630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40"/>
            <a:ext cx="214884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#　論文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訊號怎麼取得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主訴怎麼結合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465576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1　Smart Triage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夾式血氧計讀 SpO₂/心率＋人工量測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勾選症狀與徵象同進 Logistic 公式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032504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2　PIERS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手機接血氧探頭讀 SpO₂＋手動輸入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症狀勾選＋SpO₂ 進 miniPIERS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599432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3　e-CoVig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6207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DIY 外掛/相機測體溫·血氧·咳嗽音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75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自填症狀＋數據上傳，醫師人工判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166360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4　Joseph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207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沿用急診既有生命徵象數字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主訴自由文字→詞向量，神經網路融合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33288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5　Hoffman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手指按相機＋閃光→PPG→CNN 估血氧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本篇不用主訴；SpO₂ 可接入他人模型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只用相機 → 加 App → 加便宜設備，各能測到什麼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10744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累加關係：每一層都包含前一層的能力，往下再多加。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600200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600200"/>
            <a:ext cx="118872" cy="14813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46504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Lv1　只用相機（＋閃光）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任何手機 · 代表：論文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764792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心率、血氧(篩檢)、呼吸；心房顫動、心率變異；OCR 讀既有裝置螢幕；影像篩檢：貧血·黃疸·微血管回填·瞳孔·非接觸臉部 rPPG。　（測不到體溫、血壓）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191256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191256"/>
            <a:ext cx="118872" cy="14813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Lv2　＋ App（麥克風·觸控·動作，仍無外接）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純軟體 · 代表：論文 1·3·4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355848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Lv1 之上再加：咳嗽/呼吸音(麥克風)、呼吸速率(點按 RRate)、動作/步態(加速度計)，以及症狀自填 / 主訴輸入（← 讓「結合主訴」成真）。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82312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782312"/>
            <a:ext cx="118872" cy="14813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28616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Lv3　＋ 便宜外接設備（&lt; NT$5000）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數十~數百美元 · 代表：論文 1·2·3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46904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Lv2 之上再加：血氧/心率(醫療級·準，夾式血氧計)、體溫(紅外線計)、血壓(壓脈帶)、單導程心電圖(貼片)、尿蛋白/血糖(試紙)、上臂圍(量尺)。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對照表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哪個數值，從哪一層開始能測？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481328"/>
            <a:ext cx="27889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數值 / EHR</a:t>
            </a:r>
          </a:p>
        </p:txBody>
      </p:sp>
      <p:sp>
        <p:nvSpPr>
          <p:cNvPr id="6" name="Rectangle 5"/>
          <p:cNvSpPr/>
          <p:nvPr/>
        </p:nvSpPr>
        <p:spPr>
          <a:xfrm>
            <a:off x="3502152" y="1481328"/>
            <a:ext cx="228600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Lv1　只相機</a:t>
            </a:r>
          </a:p>
        </p:txBody>
      </p:sp>
      <p:sp>
        <p:nvSpPr>
          <p:cNvPr id="7" name="Rectangle 6"/>
          <p:cNvSpPr/>
          <p:nvPr/>
        </p:nvSpPr>
        <p:spPr>
          <a:xfrm>
            <a:off x="5788152" y="1481328"/>
            <a:ext cx="310896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Lv2　＋App（麥克風·觸控）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1481328"/>
            <a:ext cx="25603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Lv3　＋便宜外接設備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8366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2152" y="188366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篩檢（接觸 PPG）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88152" y="188366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97112" y="188366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可靠（血氧計）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2267712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2267712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篩檢（相機＋閃光）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88152" y="2267712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97112" y="2267712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可靠（夾式血氧計）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2651760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2152" y="2651760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概略（PPG/胸部）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88152" y="2651760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可（點按·麥克風）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97112" y="2651760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3035808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2152" y="3035808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88152" y="3035808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97112" y="3035808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可靠（紅外線計）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3419856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2152" y="3419856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88152" y="3419856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97112" y="3419856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可（壓脈帶）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3803904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心電圖 ECG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2152" y="3803904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88152" y="3803904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97112" y="3803904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可（單導程貼片）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187952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02152" y="4187952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篩檢（PPG）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88152" y="4187952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97112" y="4187952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可（ECG 更準）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4572000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2152" y="4572000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88152" y="4572000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可（麥克風）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97112" y="4572000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4956048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 / 主訴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2152" y="4956048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88152" y="4956048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可（觸控輸入）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97112" y="4956048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" y="5340096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影像篩檢：貧血·黃疸·CRT·瞳孔·HRV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2152" y="5340096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可（影像）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88152" y="5340096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97112" y="5340096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" y="572414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尿蛋白 / 血糖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2152" y="572414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88152" y="572414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97112" y="572414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可（試紙）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6144768"/>
            <a:ext cx="10744200" cy="36576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3232" y="6144768"/>
            <a:ext cx="91440" cy="36576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" y="6272784"/>
            <a:ext cx="103601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「—」= 該層做不到　·　「篩檢」= 篩檢級、不取代正式檢驗　·　「可靠」= 接近醫療級。體溫/血壓/心電圖幾乎都要到 Lv3。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EHR 數據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便宜設備現在能取得哪些 EHR 數據？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每列＝ EHR 項目 ｜ 便宜取得方式 ｜ 出現於哪幾篇 ｜ 成熟度（綠=可靠　黃=篩檢/研究　紅=受限）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4650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手機相機 PPG · 夾式血氧計 · 智慧手錶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3172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夾式/插入式血氧計(準) · 手機相機＋閃光(篩檢級)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03371" y="2368296"/>
            <a:ext cx="1153477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 / 篩檢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916936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點按(RRate) · 相機拍胸部起伏 · 麥克風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60749" y="2953512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尚可用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502152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紅外線體溫計外掛 · 相機 OCR 讀顯示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087368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壓脈帶手動輸入；純手機量測尚不可靠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受限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67258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手機麥克風錄音（自動分類仍研究）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60749" y="470916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臨床觀察（水腫·蒼白·意識）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525780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由醫護觀察後輸入 EHR 欄位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23398" y="5294376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靠人判讀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4864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486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註：論文 4（Joseph）不新增感測，直接沿用 EHR 既有生命徵象數字；上表列的是「用便宜設備主動取得」的對應。真正穩定 &lt;NT$5000 的以心率、血氧、體溫、呼吸為主，血壓與聲音類仍是弱點。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基本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只用手機相機（含閃光），能做到哪些？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純相機、不外接任何硬體能做的。狀態：綠=可靠　黃=篩檢/研究　紅=做不到/實驗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手指蓋後鏡頭＋閃光 → 接觸式 PPG（血液脈動亮暗）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同段指尖影片，比紅/藍綠光脈動比值 → CNN 估算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60749" y="236829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讀螢幕數字（OCR）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拍血氧計/體溫計螢幕 → OCR 讀數字（間接）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間接·成熟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指尖 PPG 基線起伏，或前鏡頭拍胸部起伏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一般方法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50056" y="3538728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可行·研究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相機測不到熱 → 不能直測，只能 OCR 讀體溫計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(OCR)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3398" y="4123944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不能直測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波形估血壓仍實驗、不可靠、非臨床級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非這 5 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實驗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屬手機「麥克風」，不是相機的工作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60749" y="529437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非相機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797296"/>
            <a:ext cx="10744200" cy="603504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797296"/>
            <a:ext cx="91440" cy="603504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25312"/>
            <a:ext cx="10360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核心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相機其實只做兩件事：① 當「接觸式血氧感測器」（指尖 PPG → 心率可靠、血氧篩檢級）；② 當「掃描器」（OCR 讀既有裝置螢幕）。體溫、血壓相機都做不好。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進階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手機相機還能「篩檢」出這些（超出這 5 篇的研究）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以下多來自這 5 篇以外的相機健康量測文獻，屬篩檢/研究級。狀態：綠=較成熟　黃=篩檢/研究　紅=實驗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 PPG 脈搏不規則 → 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74650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統合 敏感94%/特異96%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0749" y="178308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心率變異 HRV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逐拍間隔 → 自律神經/壓力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33172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接觸 或 臉部 rPPG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98099" y="2368296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貧血 / 血紅素 Hb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眼結膜 或 指甲床影像 → 估 Hb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1693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結膜~75%；HemaApp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篩檢/研究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黃疸 / 膽紅素（新生兒）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皮膚 或 鞏膜影像 → 估膽紅素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0215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BiliCam R.84–.91、BiliScreen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微血管回填 CRT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指壓後短影片 → 自動測回填時間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087368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Cap App；敗血症檢傷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新興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瞳孔光反射 PLR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前鏡頭＋閃光拍瞳孔對光收縮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67258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PupilScreen；腦傷/中風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非接觸臉部 rPPG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環境光拍臉 → 心率/呼吸/HRV（免碰）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5240" y="525780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HR 誤差~0.1–0.4 bpm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78072" y="5294376"/>
            <a:ext cx="878776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HR 可靠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669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共同原理：都在分析影像的「顏色·脈動·形狀」。多屬篩檢/研究級、不取代正式檢驗；顏色類（血氧·貧血·黃疸）受膚色影響是共同限制。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整合方法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現在「主訴 × EHR」的整合方法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A. 統計 / 機器學習模型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把症狀編成 0/1，和 EHR 數字放進同一條公式加權計算。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1 Smart Triage、論文 2 PIERS（logistic 回歸）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優：簡單、可解釋　　缺：症狀需先設計成勾選項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B. 深度學習讀「自由文字」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主訴文字→詞向量(embedding)→神經網路，與 EHR 數字融合。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Joseph（加主訴 AUC 0.82→0.85）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優：最靈活、免人工整理　　缺：黑盒、需大量資料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794760"/>
            <a:ext cx="100584" cy="210312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C. 人工融合（醫師）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EHR 數據＋症狀上傳儀表板，由醫師看趨勢判讀。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3 e-CoVig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優：免訓練資料、可解釋　　缺：仍要人力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794760"/>
            <a:ext cx="100584" cy="2103120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D. 規則 / 危險徵象清單（傳統）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用固定規則，如 WHO 危險徵象、ESI 分級。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用 ESI 當對照；論文 1 勾選項源自 WHO 危險徵象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優：透明、好推廣　　缺：較不準（ESI AUC≈0.67）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989320"/>
            <a:ext cx="10744200" cy="40233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989320"/>
            <a:ext cx="91440" cy="402336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6117336"/>
            <a:ext cx="10360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四種方法可混用：多數系統用 A/B 自動算風險，或用 C 讓醫師把關；A、B 正是「把主訴變成模型輸入」。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Smart Triage：低收入國家的兒童快速檢傷演算法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1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不是隨便一台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 App）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App 未開源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超過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平板（Samsung Galaxy A8）＋ Masimo iSpO₂ 夾式指尖血氧計；醫師端另有儀表板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 ~US$200–250 ＋ 醫療級血氧計 ~US$200–300 → 整套約 NT$1.3–1.7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Masimo iSpO₂ 指夾直接讀出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指夾用紅光＋紅外光穿過指尖，量含氧／缺氧血液吸光差 → 算血氧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內建 RRate：跟著孩子每次呼吸點一下螢幕，換算每分鐘呼吸數（註：最後模型沒用到）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體溫計量測，護理師輸入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上臂圍 MUAC：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捲尺量上臂，反映營養狀態</a:t>
            </a:r>
          </a:p>
        </p:txBody>
      </p:sp>
      <p:sp>
        <p:nvSpPr>
          <p:cNvPr id="32" name="Oval 31"/>
          <p:cNvSpPr/>
          <p:nvPr/>
        </p:nvSpPr>
        <p:spPr>
          <a:xfrm>
            <a:off x="6245352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4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觀察徵象：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水腫、蒼白由護理師勾選（人為感測）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主訴(勾選)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Logistic 回歸(9 變數)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住院風險 → 紅/黃/綠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AUROC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外部驗證判別力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重點：症狀與數字不是分開評分，而是同一條公式裡的權重——把「家長覺得不對勁」也變成一個可計算的變數。
把主訴當成公式裡的變數，和血氧、心率等一起加權，最直接的「結合」。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2 · 孕婦子癇前症檢傷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PIERS on the Move：子癇前症檢傷的手機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手機幾乎任一台可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未開源（研究／商用）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市售 Android 手機 ＋『Phone Oximeter』指夾血氧探頭（UBC 研發，早期經耳機孔連接）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血氧探頭目標價 ~US$40 ＋ 中階 Android 手機 → 整套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SpO₂＋脈搏：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指夾探頭：紅／紅外光穿指尖，含氧/缺氧血吸光不同 → 算 SpO₂ 與心率，傳回 App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標準血壓計量測，手動輸入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尿蛋白：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標準尿液試紙，選等級輸入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症狀·病史：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以勾選清單輸入（見下頁主訴）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 · 孕婦子癇前症檢傷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症狀(勾選)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miniPIERS 回歸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48h 危險機率 → 分級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每人耗時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5 分鐘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含所有量測與計算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重點：血氧探頭補上一個關鍵徵象——研究顯示把 SpO₂ 加進 miniPIERS，抓到高危孕婦的敏感度由 ~33% 升到 ~50%。
沿用成熟風險模型，手機＋血氧計把它搬到床邊；主訴與 SpO₂ 都是模型輸入。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3 · COVID 居家遠端監測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e-CoVig：COVID-19 症狀遠端監測的 mHealth 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3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任何現代手機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要（Android/Flutter）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部分開源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一般手機＋Flutter App（Android，已上架 Google Play）；另有選配低成本外掛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外掛：ESP32＋MAX30101（血氧/心率）＋MLX90614（紅外體溫），材料成本數十美元 →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MLX90614 紅外線非接觸測額溫/耳溫；或用相機 OCR 讀家用體溫計螢幕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MAX30101 指尖紅/紅外光感測；或手指按後鏡頭＋閃光取得 PPG（心率）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咳嗽·呼吸音：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內自填問卷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· COVID 居家遠端監測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自填症狀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醫師看儀表板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人工檢傷 / 惡化標記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外掛材料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數十美元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ESP32＋感測晶片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重點：這是另一條路線——不做自動評分，把客觀數據送到醫師眼前，讓專業判斷取代電話追蹤。
融合由「人」完成：便宜設備負責把徵象與症狀變成醫師看得到的硬數據。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4 · 急診檢傷的深度學習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用深度學習從急診檢傷的「少量資訊」揪出重症病人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4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不涉及手機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病人端不需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開源（MIT）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無任何硬體。純軟體／機器學習，跑在醫院既有電子病歷／檢傷系統裡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無硬體成本（不需買任何東西）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生命徵象（結構化）：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心率、呼吸、血壓、體溫、血氧，加年齡/性別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血氧／心率：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來自標準指夾血氧計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手臂壓脈帶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電子體溫計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主訴（文字）：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護理師鍵入的一句自由文字，交給模型理解語意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4 · 急診檢傷的深度學習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生命徵象數字 ＋ 主訴文字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神經網路融合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24h 重症機率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最佳 AUC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0.851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對比 ESI 只有 0.672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重點：這是最典型的「文字＋數字」自動融合。加入主訴文字後，AUC 由 0.82 升到 0.85，遠勝傳統 ESI（0.67）。
不需人工整理症狀，讓深度學習直接讀懂主訴文字，是最靈活的結合方式。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5 · 手機相機測血氧（原理）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智慧手機相機血氧偵測：誘導低血氧研究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原理上任何手機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要擷取用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資料＋程式開源(MIT)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未改裝的市售手機（Google Nexus 6P）：手指蓋後鏡頭、開閃光即可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幾乎零成本（用手邊既有手機）→ 遠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手指蓋後鏡頭、閃光從內照亮組織；相機逐格記錄血液脈動造成的細微顏色(RGB)變化＝PPG 訊號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原理 ratio-of-ratios：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含氧與缺氧血紅素對紅光 vs 藍/綠光吸收不同；比較各色『脈動(AC)/穩定(DC)』比值 → 反推含氧量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的脈動頻率本身就含心率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 · 手機相機測血氧（原理）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手機相機 PPG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CNN 估血氧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SpO₂(&lt;90% 警示)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平均誤差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MAE 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低血氧偵測 81% 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重點：這篇解決的是『怎麼用一支普通手機取得血氧』；把它產生的 SpO₂ 餵進前幾篇的融合模型，就能結合主訴。
本身不含主訴，但提供最便宜的血氧來源，可當作其他融合模型的輸入。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小結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兩種「結合主訴」的路線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A. 自動融合（模型）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把徵象數字＋主訴一起餵給模型，直接輸出風險/分級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1 Smart Triage：勾選症狀＋SpO₂ 進 Logistic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2 PIERS：症狀＋SpO₂ 進 miniPIERS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4 Joseph：主訴『自由文字』進神經網路（最靈活）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5 Hoffman：提供便宜 SpO₂，可當上游輸入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B. 人工融合（醫師）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便宜設備只負責把徵象＋症狀變成客觀數據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上傳儀表板，由醫師看趨勢判斷惡化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3 e-CoVig 走這條路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優點：不需訓練資料、可解釋；缺點：仍要人力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669280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5669280"/>
            <a:ext cx="91440" cy="5669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797296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訊號取得越便宜（手機相機/麥克風/外掛），就越能把「量徵象＋聽主訴」下放到第一線，補上沒有專業設備的缺口。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