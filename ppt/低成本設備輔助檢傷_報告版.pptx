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0241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 × 如何結合主訴做判斷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並統整「相機 / App / 便宜設備」能測到哪些數值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800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只用相機 → 加 App → 加便宜設備，各能測到什麼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累加關係：每一層都包含前一層的能力，往下再多加。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00200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600200"/>
            <a:ext cx="118872" cy="14813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Lv1　只用相機（＋閃光）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任何手機 · 代表：論文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64792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心率、血氧(篩檢)、呼吸；心房顫動、心率變異；OCR 讀既有裝置螢幕；影像篩檢：貧血·黃疸·微血管回填·瞳孔·非接觸臉部 rPPG。　（測不到體溫、血壓）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191256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191256"/>
            <a:ext cx="118872" cy="14813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Lv2　＋ App（麥克風·觸控·動作，仍無外接）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純軟體 · 代表：論文 1·3·4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355848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Lv1 之上再加：咳嗽/呼吸音(麥克風)、呼吸速率(點按 RRate)、動作/步態(加速度計)，以及症狀自填 / 主訴輸入（← 讓「結合主訴」成真）。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82312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82312"/>
            <a:ext cx="118872" cy="14813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28616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Lv3　＋ 便宜外接設備（&lt; NT$5000）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數十~數百美元 · 代表：論文 1·2·3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46904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Lv2 之上再加：血氧/心率(醫療級·準，夾式血氧計)、體溫(紅外線計)、血壓(壓脈帶)、單導程心電圖(貼片)、尿蛋白/血糖(試紙)、上臂圍(量尺)。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對照表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哪個數值，從哪一層開始能測？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481328"/>
            <a:ext cx="27889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數值 / EHR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02152" y="1481328"/>
            <a:ext cx="228600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Lv1　只相機</a:t>
            </a:r>
          </a:p>
        </p:txBody>
      </p:sp>
      <p:sp>
        <p:nvSpPr>
          <p:cNvPr id="7" name="Rectangle 6"/>
          <p:cNvSpPr/>
          <p:nvPr/>
        </p:nvSpPr>
        <p:spPr>
          <a:xfrm>
            <a:off x="5788152" y="1481328"/>
            <a:ext cx="310896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Lv2　＋App（麥克風·觸控）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1481328"/>
            <a:ext cx="25603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Lv3　＋便宜外接設備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8366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88366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篩檢（接觸 PPG）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88152" y="188366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7112" y="188366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可靠（血氧計）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267712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2267712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篩檢（相機＋閃光）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8152" y="2267712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97112" y="2267712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可靠（夾式血氧計）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2651760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2651760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概略（PPG/胸部）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52" y="265176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可（點按·麥克風）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97112" y="2651760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35808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2152" y="3035808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88152" y="3035808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7112" y="3035808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可靠（紅外線計）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19856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3419856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88152" y="3419856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97112" y="3419856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可（壓脈帶）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3803904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心電圖 ECG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88152" y="3803904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97112" y="3803904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可（單導程貼片）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187952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2152" y="4187952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篩檢（PPG）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4187952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7112" y="4187952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可（ECG 更準）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4572000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2152" y="4572000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88152" y="4572000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可（麥克風）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97112" y="4572000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4956048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 / 主訴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2152" y="4956048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4956048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可（觸控輸入）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97112" y="4956048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5340096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影像篩檢：貧血·黃疸·CRT·瞳孔·HRV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2152" y="5340096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可（影像）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88152" y="5340096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97112" y="5340096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572414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尿蛋白 / 血糖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2152" y="572414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152" y="572414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97112" y="572414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可（試紙）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6144768"/>
            <a:ext cx="10744200" cy="36576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3232" y="6144768"/>
            <a:ext cx="91440" cy="36576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" y="6272784"/>
            <a:ext cx="103601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「—」= 該層做不到　·　「篩檢」= 篩檢級、不取代正式檢驗　·　「可靠」= 接近醫療級。體溫/血壓/心電圖幾乎都要到 Lv3。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EHR 數據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基本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只用手機相機（含閃光），能做到哪些？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純相機、不外接任何硬體能做的。狀態：綠=可靠　黃=篩檢/研究　紅=做不到/實驗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手指蓋後鏡頭＋閃光 → 接觸式 PPG（血液脈動亮暗）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同段指尖影片，比紅/藍綠光脈動比值 → CNN 估算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0749" y="236829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讀螢幕數字（OCR）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拍血氧計/體溫計螢幕 → OCR 讀數字（間接）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間接·成熟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指尖 PPG 基線起伏，或前鏡頭拍胸部起伏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一般方法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0056" y="3538728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可行·研究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相機測不到熱 → 不能直測，只能 OCR 讀體溫計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(OCR)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3398" y="412394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不能直測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波形估血壓仍實驗、不可靠、非臨床級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非這 5 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實驗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屬手機「麥克風」，不是相機的工作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60749" y="529437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非相機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797296"/>
            <a:ext cx="10744200" cy="603504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797296"/>
            <a:ext cx="91440" cy="603504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25312"/>
            <a:ext cx="10360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核心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相機其實只做兩件事：① 當「接觸式血氧感測器」（指尖 PPG → 心率可靠、血氧篩檢級）；② 當「掃描器」（OCR 讀既有裝置螢幕）。體溫、血壓相機都做不好。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進階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手機相機還能「篩檢」出這些（超出這 5 篇的研究）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以下多來自這 5 篇以外的相機健康量測文獻，屬篩檢/研究級。狀態：綠=較成熟　黃=篩檢/研究　紅=實驗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 PPG 脈搏不規則 → 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4650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統合 敏感94%/特異96%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0749" y="178308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心率變異 HRV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逐拍間隔 → 自律神經/壓力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3172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接觸 或 臉部 rPPG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099" y="236829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 Hb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眼結膜 或 指甲床影像 → 估 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1693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結膜~75%；HemaApp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篩檢/研究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膽紅素（新生兒）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皮膚 或 鞏膜影像 → 估膽紅素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BiliCam R.84–.91、BiliScreen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指壓後短影片 → 自動測回填時間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087368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Cap App；敗血症檢傷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新興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 PLR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前鏡頭＋閃光拍瞳孔對光收縮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67258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PupilScreen；腦傷/中風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非接觸臉部 rPPG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環境光拍臉 → 心率/呼吸/HRV（免碰）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525780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HR 誤差~0.1–0.4 bpm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78072" y="5294376"/>
            <a:ext cx="878776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HR 可靠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669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共同原理：都在分析影像的「顏色·脈動·形狀」。多屬篩檢/研究級、不取代正式檢驗；顏色類（血氧·貧血·黃疸）受膚色影響是共同限制。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整合方法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