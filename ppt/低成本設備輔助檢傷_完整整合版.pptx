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一句話：一台平板＋一個夾手指的血氧計，護理師幾分鐘就能把病童分成紅／黃／綠三級，決定誰要先救。</a:t>
            </a:r>
          </a:p>
          <a:p/>
          <a:p>
            <a:r>
              <a:t>為什麼重要（臨床問題）：在低收入國家的門診／急診，大量生病的孩子湧入、醫護太少，很難快速看出誰已經病危（包含早期敗血症）。晚一步發現最重的孩子就可能致命。這個問題就是：給第一線人員一個「免大量訓練、又快又可靠」的方法，在進門第一關就把孩子分成『現在要救』和『可以安全等候』。</a:t>
            </a:r>
          </a:p>
          <a:p/>
          <a:p>
            <a:r>
              <a:t>白話總結：低收入國家的診所常擠滿生病的孩子，卻沒有足夠受過訓練的醫護，很難一眼看出哪個孩子病危。這團隊做了「Smart Triage」：一台平板 App 加一個夾在手指上的便宜血氧計。護理師在門口花幾分鐘，輸入幾個簡單事實（年齡、家長是否擔心、有沒有呼吸困難、水腫、蒼白）加上自動量到的生命徵象（心率、血氧、體溫、上臂圍），一條統計公式就把孩子分成紅（緊急）／黃（優先）／綠（非緊急）。用烏干達約 1,600 名兒童建立、再用肯亞約 5,000 名兒童測試，能可靠地標出後來真的需要住院的孩子（準確度分數約 0.82）。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病童到檢傷檯：急性生病兒童＋家長到門診</a:t>
            </a:r>
          </a:p>
          <a:p>
            <a:r>
              <a:t>2. 護理師輸入症狀：勾選家長擔憂、呼吸困難、水腫、蒼白</a:t>
            </a:r>
          </a:p>
          <a:p>
            <a:r>
              <a:t>3. 夾式血氧計量測：自動讀 SpO₂、心率</a:t>
            </a:r>
          </a:p>
          <a:p>
            <a:r>
              <a:t>4. 量體溫·臂圍·呼吸：體溫計、MUAC 尺、RRate 點按</a:t>
            </a:r>
          </a:p>
          <a:p>
            <a:r>
              <a:t>5. 算 9 項風險分數：logistic 回歸算住院機率</a:t>
            </a:r>
          </a:p>
          <a:p>
            <a:r>
              <a:t>6. 套用 8%·40% 門檻：低切點顧敏感、高切點顧特異</a:t>
            </a:r>
          </a:p>
          <a:p>
            <a:r>
              <a:t>7. 分成紅/黃/綠三級：決定看診先後</a:t>
            </a:r>
          </a:p>
          <a:p>
            <a:r>
              <a:t>8. 儀表板追蹤病人：高風險排最前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外部驗證 AUROC：醫院1 0.826、醫院2 0.784、合併 0.821 → 良好且可跨場域</a:t>
            </a:r>
          </a:p>
          <a:p>
            <a:r>
              <a:t>· 門檻設計：低切點顧敏感度(~90%)、高切點顧特異度(~90%)</a:t>
            </a:r>
          </a:p>
          <a:p>
            <a:r>
              <a:t>· 落地效果：肯亞「打上靜脈抗生素的時間」縮短約 57%</a:t>
            </a:r>
          </a:p>
          <a:p/>
          <a:p>
            <a:r>
              <a:t>【限制】</a:t>
            </a:r>
          </a:p>
          <a:p>
            <a:r>
              <a:t>· 預測「住院」只是病危的替身，會受非臨床住院習慣影響</a:t>
            </a:r>
          </a:p>
          <a:p>
            <a:r>
              <a:t>· 單一醫院開發；換到肯亞需重新校準截距才準</a:t>
            </a:r>
          </a:p>
          <a:p>
            <a:r>
              <a:t>· 呼吸速率雖有收集卻沒進最終模型；體溫／MUAC 靠人工量測</a:t>
            </a:r>
          </a:p>
          <a:p>
            <a:r>
              <a:t>· 整套設備超過低成本(&lt;US$155)門檻，也無法用任意手機跑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一句話：手機插上一個血氧探頭，護理師照著問幾個症狀，就能算出孕婦 48 小時內出大事的機率。</a:t>
            </a:r>
          </a:p>
          <a:p/>
          <a:p>
            <a:r>
              <a:t>為什麼重要（臨床問題）：子癇前症是孕產婦死亡的主因，且多發生在醫師少、缺乏檢驗、離醫院遠的低收入地區。第一線護理師／助產士常難以分辨哪位高血壓孕婦即將病危（抽搐、器官衰竭），因此需要緊急轉診。這個便宜手機工具帶他們走完『問症狀 → 量測 → 算風險』，幫忙決定誰該轉診。對象是低資源地區、懷孕 20 週以上的高血壓孕婦。</a:t>
            </a:r>
          </a:p>
          <a:p/>
          <a:p>
            <a:r>
              <a:t>白話總結：子癇前症（懷孕時血壓危險升高）在缺醫少藥的窮國奪走許多母親性命。研究者做了便宜的手機 App「PIERS on the Move」，護理師在床邊：問一串症狀清單、記血壓與尿液試紙、再用插在手機上的指夾探頭讀血氧。App 把這些送進既有的統計風險模型（miniPIERS），估出她 48 小時內發生嚴重併發症的機率並給出檢傷建議。在南非 37 位護理師/助產士測試中，改良後被評為好用；試點中一位護理師對 200+ 位孕婦做了 500+ 次評估、每次約 5 分鐘。本篇證明「可行、好用」，但沒有證明能改善結果。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輸入症狀·病史：頭痛/視力、胸痛/喘、出血+腹痛、胎次、週數</a:t>
            </a:r>
          </a:p>
          <a:p>
            <a:r>
              <a:t>2. 輸入血壓：標準血壓計手動輸入</a:t>
            </a:r>
          </a:p>
          <a:p>
            <a:r>
              <a:t>3. 輸入尿液試紙：蛋白尿等級</a:t>
            </a:r>
          </a:p>
          <a:p>
            <a:r>
              <a:t>4. 量 SpO₂(探頭)：指夾探頭讀血氧</a:t>
            </a:r>
          </a:p>
          <a:p>
            <a:r>
              <a:t>5. miniPIERS 風險計算：logistic 算 48h 危險機率</a:t>
            </a:r>
          </a:p>
          <a:p>
            <a:r>
              <a:t>6. 顯示風險/檢傷：紅綠燈式分級</a:t>
            </a:r>
          </a:p>
          <a:p>
            <a:r>
              <a:t>7. 轉診·處置建議：留院／治療／緊急轉診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好用性：重新設計後可用性問卷分數變好；每次完整評估中位數 4 分 55 秒</a:t>
            </a:r>
          </a:p>
          <a:p>
            <a:r>
              <a:t>· 內建模型 miniPIERS 判別力 AUC 0.768</a:t>
            </a:r>
          </a:p>
          <a:p>
            <a:r>
              <a:t>· 加入 SpO₂ 後敏感度由 ~32.8% 提升到 ~49.6%（特異度僅小降）→ 這就是要接血氧計的理由</a:t>
            </a:r>
          </a:p>
          <a:p/>
          <a:p>
            <a:r>
              <a:t>【限制】</a:t>
            </a:r>
          </a:p>
          <a:p>
            <a:r>
              <a:t>· 只是「好用／可行」研究，沒證明能改善孕婦結局或檢傷正確率</a:t>
            </a:r>
          </a:p>
          <a:p>
            <a:r>
              <a:t>· 樣本小、單一國家；血氧探頭接頭易鬆、手機電力撐不了一整天</a:t>
            </a:r>
          </a:p>
          <a:p>
            <a:r>
              <a:t>· 血壓與試紙要人工輸入，資料品質看操作者</a:t>
            </a:r>
          </a:p>
          <a:p>
            <a:r>
              <a:t>· 模型判別力中等(AUC~0.77)、敏感度不高；App 不開源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一句話：免費 App ＋一個自製便宜小裝置，讓病人在家自己量體溫、血氧、心率、錄咳嗽，全部自動上傳給醫院看。</a:t>
            </a:r>
          </a:p>
          <a:p/>
          <a:p>
            <a:r>
              <a:t>為什麼重要（臨床問題）：COVID 高峰時，大量輕中症病人在家隔離，醫護主要靠反覆打電話追蹤——費工、只有主觀口述（沒有量到的生命徵象）、還會漏掉『無聲惡化』（尤其血氧下降）。目標使用者是居家／社區照護的 COVID 病人與追蹤他們的醫護。要解決的是：可遠端、可規模化、有客觀數據的監測與檢傷。</a:t>
            </a:r>
          </a:p>
          <a:p/>
          <a:p>
            <a:r>
              <a:t>白話總結：COVID 期間，居家隔離的病人主要靠護理師打電話追蹤，慢又給不了醫師硬數據。里斯本這團隊做了 e-CoVig：一個免費手機 App，加一個選配的便宜插件，讓病人自己量發燒、血氧、心率、錄咳嗽和呼吸、填症狀清單，全自動送到醫院的網頁儀表板。醫師就能一次盯很多病人、快速找出正在惡化的人，而不是靠一通電話。本篇是「我們把系統做出來並讓它能動」的工程報告，不是臨床試驗：它描述硬體、App 與雲端，展示訊號能被擷取，但沒有訓練診斷 AI、也沒有對 COVID 結果報準確率。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病人自填症狀：填 COVID 症狀問卷</a:t>
            </a:r>
          </a:p>
          <a:p>
            <a:r>
              <a:t>2. 量體溫(紅外線)：MLX90614 或相機讀體溫計</a:t>
            </a:r>
          </a:p>
          <a:p>
            <a:r>
              <a:t>3. 量 SpO₂/心率：MAX30101 或相機 PPG</a:t>
            </a:r>
          </a:p>
          <a:p>
            <a:r>
              <a:t>4. 錄咳嗽·呼吸音：麥克風錄音</a:t>
            </a:r>
          </a:p>
          <a:p>
            <a:r>
              <a:t>5. OCR 讀裝置螢幕：拍血氧計/體溫計螢幕自動讀數</a:t>
            </a:r>
          </a:p>
          <a:p>
            <a:r>
              <a:t>6. 加密上傳雲端：打包症狀+數據+音訊</a:t>
            </a:r>
          </a:p>
          <a:p>
            <a:r>
              <a:t>7. 醫師儀表板檢視：一次看多位病人趨勢</a:t>
            </a:r>
          </a:p>
          <a:p>
            <a:r>
              <a:t>8. 檢傷/惡化標記：醫師人工判讀、優先追蹤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做出可運作的端到端系統：App ＋雲端儀表板 ＋低成本 ESP32 裝置</a:t>
            </a:r>
          </a:p>
          <a:p>
            <a:r>
              <a:t>· 手機與自製裝置都能取得體溫、血氧、心率、PPG；麥克風能錄咳嗽</a:t>
            </a:r>
          </a:p>
          <a:p>
            <a:r>
              <a:t>· OCR 能讀商用血氧計/體溫計螢幕 → 病人可沿用手邊既有小裝置</a:t>
            </a:r>
          </a:p>
          <a:p>
            <a:r>
              <a:t>· 無 AUC／準確率數字，因為系統本身不做自動診斷</a:t>
            </a:r>
          </a:p>
          <a:p/>
          <a:p>
            <a:r>
              <a:t>【限制】</a:t>
            </a:r>
          </a:p>
          <a:p>
            <a:r>
              <a:t>· 概念驗證原型，未做臨床驗證，真實檢傷效能未知</a:t>
            </a:r>
          </a:p>
          <a:p>
            <a:r>
              <a:t>· 無標註資料、無訓練診斷模型；咳嗽音只錄不判；症狀+數字靠醫師人工融合</a:t>
            </a:r>
          </a:p>
          <a:p>
            <a:r>
              <a:t>· 手機相機血氧未達醫療級（可靠 SpO₂ 要靠外掛或讀真血氧計）</a:t>
            </a:r>
          </a:p>
          <a:p>
            <a:r>
              <a:t>· 只在 Android 驗證；完整程式碼未全開源（僅相機 PPG 模組）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一句話：不加任何硬體：把護理師打的「主訴文字」和幾個生命徵象一起丟給神經網路，就能比現行檢傷工具準很多地預測重症。</a:t>
            </a:r>
          </a:p>
          <a:p/>
          <a:p>
            <a:r>
              <a:t>為什麼重要（臨床問題）：急診必須在幾秒到幾分鐘內、用非常少的資訊，判斷哪個到院病人即將變重症。標準工具——檢查生命徵象是否異常、或給 ESI 分級——會漏掉許多高危病人、也很主觀。低估延誤救命、高估浪費資源。本篇對象是美國一家繁忙學術急診的所有成人病人。</a:t>
            </a:r>
          </a:p>
          <a:p/>
          <a:p>
            <a:r>
              <a:t>白話總結：病人一到急診，檢傷護理師快速記幾個生命徵象（如心率、血壓），並打一句主訴（例如「胸痛、喘」）。這研究問：電腦能不能只讀這一點點資訊，就標出可能變重症（24 小時內死亡或進加護病房）的人？研究者用約 44.6 萬筆過去就診訓練一個神經網路，發現把「打的主訴文字」和「生命徵象數字」一起用，比護理師現在用的標準檢傷工具準很多。關鍵概念是「融合」：教一個模型同時看懂文字的意義與數字。全程不需任何新裝置或感測器，準確度的提升完全來自更聰明的軟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病人到急診檢傷：護理師做初步評估</a:t>
            </a:r>
          </a:p>
          <a:p>
            <a:r>
              <a:t>2. 記生命徵象+主訴：量數字＋打一句主訴文字</a:t>
            </a:r>
          </a:p>
          <a:p>
            <a:r>
              <a:t>3. 主訴轉詞向量：每個詞轉成一串數字(embedding)</a:t>
            </a:r>
          </a:p>
          <a:p>
            <a:r>
              <a:t>4. 數字正規化：生命徵象、年齡、性別縮到同尺度</a:t>
            </a:r>
          </a:p>
          <a:p>
            <a:r>
              <a:t>5. 神經網路融合：共同層把文字向量＋數字一起看</a:t>
            </a:r>
          </a:p>
          <a:p>
            <a:r>
              <a:t>6. 輸出重症機率：0–1 的 24h 死亡/ICU 機率</a:t>
            </a:r>
          </a:p>
          <a:p>
            <a:r>
              <a:t>7. 門檻→高風險警示：超過切點→亮紅燈/調整分級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最佳模型＝主訴文字＋生命徵象的神經網路：AUC 0.851</a:t>
            </a:r>
          </a:p>
          <a:p>
            <a:r>
              <a:t>· 只用數字：神經網路 0.811、梯度提升 0.820、Logistic 0.803</a:t>
            </a:r>
          </a:p>
          <a:p>
            <a:r>
              <a:t>· 現行工具遠遜：生命徵象異常規則 0.521（接近瞎猜）、ESI 分級 0.672</a:t>
            </a:r>
          </a:p>
          <a:p>
            <a:r>
              <a:t>· 白話：把那句主訴加進去，就比最好的純數字模型再高 3+ 分，更電輾傳統規則</a:t>
            </a:r>
          </a:p>
          <a:p/>
          <a:p>
            <a:r>
              <a:t>【限制】</a:t>
            </a:r>
          </a:p>
          <a:p>
            <a:r>
              <a:t>· 單中心、回溯資料，是否能搬到別家醫院未驗證</a:t>
            </a:r>
          </a:p>
          <a:p>
            <a:r>
              <a:t>· 標籤（24h 死亡/ICU）是重症替身，受住院習慣影響</a:t>
            </a:r>
          </a:p>
          <a:p>
            <a:r>
              <a:t>· 主訴文字因人而異、有縮寫錯字，換地方可能變差</a:t>
            </a:r>
          </a:p>
          <a:p>
            <a:r>
              <a:t>· 只證明『預測更準』，沒證明改善病人結局；神經網路是黑盒、可解釋性低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【給講者的白話稿】</a:t>
            </a:r>
          </a:p>
          <a:p>
            <a:r>
              <a:t>一句話：把手指按在「沒改裝的普通手機」後鏡頭上、開閃光，軟體讀血液細微的顏色閃動，就能估血氧——正是你說的『手指按相機測血氧』。</a:t>
            </a:r>
          </a:p>
          <a:p/>
          <a:p>
            <a:r>
              <a:t>為什麼重要（臨床問題）：低血氧（SpO₂ 偏低）是 COVID、氣喘、慢性阻塞性肺病、肺炎等惡化的早期警訊。標準的夾式血氧計準，但很多人沒有，尤其資源不足地區。如果普通手機靠一次軟體更新就能量血氧，幾十億人就多了一個便宜、隨手可得的篩檢工具。本篇對象是健康成人志願者（用來建立與驗證方法），屬概念驗證，不是對病人的部署試驗。</a:t>
            </a:r>
          </a:p>
          <a:p/>
          <a:p>
            <a:r>
              <a:t>白話總結：血液需要足夠氧氣；太低（叫低血氧）是 COVID、氣喘、慢性肺病等危險的警訊。醫師平常用夾手指的血氧計量血氧（SpO₂）。這研究問：一支普通、沒改裝的手機能不能做同樣的事？你把手指按在手機後鏡頭上、開閃光，軟體讀血液的細微顏色閃動來估氧氣。為了公平測試，六位志願者在診所安全地吸入低氧氣體，讓真實血氧一路降到約 70%，再讓一個神經網路學著預測。手機方法平均誤差約 5 個百分點、能正確標出約 8 成的危險低值——有潛力，但仍不如真正的醫療血氧計準。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【流程逐步講解】</a:t>
            </a:r>
          </a:p>
          <a:p>
            <a:r>
              <a:t>1. 手指按相機+閃光：閃光從內照亮指尖組織</a:t>
            </a:r>
          </a:p>
          <a:p>
            <a:r>
              <a:t>2. 錄 RGB 影片(30Hz)：固定色彩增益抓微弱光</a:t>
            </a:r>
          </a:p>
          <a:p>
            <a:r>
              <a:t>3. 抽取 R/G/B 脈搏：每格平均成紅綠藍三條脈動波</a:t>
            </a:r>
          </a:p>
          <a:p>
            <a:r>
              <a:t>4. 濾波·正規化 PPG：去漂移雜訊、分 AC/DC</a:t>
            </a:r>
          </a:p>
          <a:p>
            <a:r>
              <a:t>5. 算 ratio-of-ratios：各色 AC/DC 比值＝含氧指標</a:t>
            </a:r>
          </a:p>
          <a:p>
            <a:r>
              <a:t>6. CNN 回歸血氧：卷積網路模仿血氧物理</a:t>
            </a:r>
          </a:p>
          <a:p>
            <a:r>
              <a:t>7. 輸出 SpO₂ 估計：預測未看過者的血氧</a:t>
            </a:r>
          </a:p>
          <a:p>
            <a:r>
              <a:t>8. 90% 門檻→低血氧警示：低於 90% 判為低血氧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【結果重點】</a:t>
            </a:r>
          </a:p>
          <a:p>
            <a:r>
              <a:t>· 留一受試者下，深度學習估血氧平均絕對誤差(MAE) 5.00%（σ 1.90），涵蓋 70–100%</a:t>
            </a:r>
          </a:p>
          <a:p>
            <a:r>
              <a:t>· 偵測低血氧(SpO₂&lt;90%)：敏感度約 81%、特異度約 79%</a:t>
            </a:r>
          </a:p>
          <a:p>
            <a:r>
              <a:t>· 白話：平均離真值約 5 分，10 個危險讀值抓到約 8 個</a:t>
            </a:r>
          </a:p>
          <a:p>
            <a:r>
              <a:t>· 對照：FDA 建議血氧計誤差 &lt;3.5% → 有潛力但還沒到醫療級</a:t>
            </a:r>
          </a:p>
          <a:p/>
          <a:p>
            <a:r>
              <a:t>【限制】</a:t>
            </a:r>
          </a:p>
          <a:p>
            <a:r>
              <a:t>· 樣本極小（6 位健康人），不一定適用真實病人／長者／有病者</a:t>
            </a:r>
          </a:p>
          <a:p>
            <a:r>
              <a:t>· 只用單一機型（Nexus 6P），跨手機未驗證</a:t>
            </a:r>
          </a:p>
          <a:p>
            <a:r>
              <a:t>· MAE 5% 超過 FDA &lt;3.5% 建議 → 屬篩檢/概念驗證，非診斷級</a:t>
            </a:r>
          </a:p>
          <a:p>
            <a:r>
              <a:t>· 膚色多樣性有限（已知會影響血氧量測）；且在無動作的實驗室條件下測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2412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低成本設備輔助檢傷（完整整合版）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8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報告摘要 ＋ 5 篇逐篇詳解 · 一份整合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8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含「相機 / App / 便宜設備」能力分層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報告 + 詳細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200" b="1" i="0" lang="zh-TW">
                <a:solidFill>
                  <a:srgbClr val="225A72"/>
                </a:solidFill>
                <a:latin typeface="Segoe U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第一部分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報告摘要（快速看懂）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0" i="0" lang="zh-TW">
                <a:solidFill>
                  <a:srgbClr val="C9DDE6"/>
                </a:solidFill>
                <a:latin typeface="Segoe UI"/>
                <a:ea typeface="Microsoft JhengHei"/>
                <a:cs typeface="Microsoft JhengHei"/>
              </a:rPr>
              <a:t>共通主軸、能力分層（相機/App/便宜設備）、EHR 數據、相機能做什麼、主訴×EHR 整合方法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總覽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共通主軸：取得訊號 → 結合主訴 → 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55448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便宜設備取得徵象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手機相機·血氧計·麥克風·外掛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結合主訴/症狀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自由文字 或 勾選清單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5448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判斷（模型或醫師）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檢傷等級·風險機率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146304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97680" y="195224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89520" y="195224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063240"/>
            <a:ext cx="21488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　論文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072" y="3063240"/>
            <a:ext cx="42976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訊號怎麼取得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9752" y="3063240"/>
            <a:ext cx="42976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主訴怎麼結合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465576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　Smart Triage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2072" y="3465576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夾式血氧計讀 SpO₂/心率＋人工量測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9752" y="3465576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勾選症狀與徵象同進 Logistic 公式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032504"/>
            <a:ext cx="214884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　PIERS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2072" y="4032504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手機接血氧探頭讀 SpO₂＋手動輸入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9752" y="4032504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症狀勾選＋SpO₂ 進 miniPIERS 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59943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　e-CoVig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2072" y="4599432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DIY 外掛/相機測體溫·血氧·咳嗽音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9752" y="4599432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自填症狀＋數據上傳，醫師人工判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166360"/>
            <a:ext cx="214884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　Joseph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2072" y="5166360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沿用急診既有生命徵象數字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9752" y="5166360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主訴自由文字→詞向量，神經網路融合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733288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　Hoffman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62072" y="5733288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手指按相機＋閃光→PPG→CNN 估血氧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9752" y="5733288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本篇不用主訴；SpO₂ 可接入他人模型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能力分層 · 總覽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只用相機 → 加 App → 加便宜設備，各能測到什麼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10744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累加關係：每一層都包含前一層的能力，往下再多加。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10744200" cy="1481328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118872" cy="14813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46504"/>
            <a:ext cx="28803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Lv1　只用相機（＋閃光）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$0 · 任何手機 · 代表：論文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64792"/>
            <a:ext cx="7360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心率、血氧(篩檢)、呼吸；心房顫動、心率變異；OCR 讀既有裝置螢幕；影像篩檢：貧血·黃疸·微血管回填·瞳孔·非接觸臉部 rPPG。　（測不到體溫、血壓）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191256"/>
            <a:ext cx="10744200" cy="1481328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191256"/>
            <a:ext cx="118872" cy="14813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8803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Lv2　＋ App（麥克風·觸控·動作，仍無外接）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$0 · 純軟體 · 代表：論文 1·3·4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55848"/>
            <a:ext cx="7360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在 Lv1 之上再加：咳嗽/呼吸音(麥克風)、呼吸速率(點按 RRate)、動作/步態(加速度計)，以及症狀自填 / 主訴輸入（← 讓「結合主訴」成真）。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782312"/>
            <a:ext cx="10744200" cy="1481328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782312"/>
            <a:ext cx="118872" cy="148132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28616"/>
            <a:ext cx="28803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Lv3　＋ 便宜外接設備（&lt; NT$5000）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數十~數百美元 · 代表：論文 1·2·3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946904"/>
            <a:ext cx="7360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在 Lv2 之上再加：血氧/心率(醫療級·準，夾式血氧計)、體溫(紅外線計)、血壓(壓脈帶)、單導程心電圖(貼片)、尿蛋白/血糖(試紙)、上臂圍(量尺)。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能力分層 · 對照表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哪個數值，從哪一層開始能測？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278892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數值 / EHR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02152" y="1481328"/>
            <a:ext cx="22860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Lv1　只相機</a:t>
            </a:r>
          </a:p>
        </p:txBody>
      </p:sp>
      <p:sp>
        <p:nvSpPr>
          <p:cNvPr id="7" name="Rectangle 6"/>
          <p:cNvSpPr/>
          <p:nvPr/>
        </p:nvSpPr>
        <p:spPr>
          <a:xfrm>
            <a:off x="5788152" y="1481328"/>
            <a:ext cx="310896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Lv2　＋App（麥克風·觸控）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7112" y="1481328"/>
            <a:ext cx="256032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Lv3　＋便宜外接設備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83664"/>
            <a:ext cx="2788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心率 HR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883664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篩檢（接觸 PPG）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88152" y="1883664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篩檢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97112" y="1883664"/>
            <a:ext cx="2560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可靠（血氧計）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267712"/>
            <a:ext cx="27889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2267712"/>
            <a:ext cx="228600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篩檢（相機＋閃光）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88152" y="2267712"/>
            <a:ext cx="310896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篩檢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7112" y="2267712"/>
            <a:ext cx="25603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可靠（夾式血氧計）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651760"/>
            <a:ext cx="2788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呼吸速率 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2152" y="2651760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概略（PPG/胸部）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88152" y="2651760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可（點按·麥克風）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7112" y="2651760"/>
            <a:ext cx="2560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035808"/>
            <a:ext cx="27889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體溫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2152" y="3035808"/>
            <a:ext cx="228600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只能 OCR 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8152" y="3035808"/>
            <a:ext cx="310896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只能 OCR 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7112" y="3035808"/>
            <a:ext cx="25603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可靠（紅外線計）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419856"/>
            <a:ext cx="2788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血壓 BP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2152" y="3419856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88152" y="3419856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97112" y="3419856"/>
            <a:ext cx="2560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可（壓脈帶）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3803904"/>
            <a:ext cx="27889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心電圖 ECG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2152" y="3803904"/>
            <a:ext cx="228600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88152" y="3803904"/>
            <a:ext cx="310896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7112" y="3803904"/>
            <a:ext cx="25603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可（單導程貼片）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187952"/>
            <a:ext cx="2788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心房顫動 / 心律不整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2152" y="4187952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篩檢（PPG）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88152" y="4187952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篩檢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97112" y="4187952"/>
            <a:ext cx="2560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可（ECG 更準）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4572000"/>
            <a:ext cx="27889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咳嗽 / 呼吸音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2152" y="4572000"/>
            <a:ext cx="228600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88152" y="4572000"/>
            <a:ext cx="310896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可（麥克風）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97112" y="4572000"/>
            <a:ext cx="25603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4956048"/>
            <a:ext cx="2788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症狀 / 主訴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02152" y="4956048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88152" y="4956048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可（觸控輸入）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97112" y="4956048"/>
            <a:ext cx="2560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5340096"/>
            <a:ext cx="27889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影像篩檢：貧血·黃疸·CRT·瞳孔·HRV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02152" y="5340096"/>
            <a:ext cx="228600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可（影像）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88152" y="5340096"/>
            <a:ext cx="310896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97112" y="5340096"/>
            <a:ext cx="2560320" cy="38404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5724144"/>
            <a:ext cx="2788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尿蛋白 / 血糖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02152" y="5724144"/>
            <a:ext cx="2286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88152" y="5724144"/>
            <a:ext cx="3108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97112" y="5724144"/>
            <a:ext cx="2560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可（試紙）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6144768"/>
            <a:ext cx="10744200" cy="36576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3232" y="6144768"/>
            <a:ext cx="91440" cy="36576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" y="6272784"/>
            <a:ext cx="103601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「—」= 該層做不到　·　「篩檢」= 篩檢級、不取代正式檢驗　·　「可靠」= 接近醫療級。體溫/血壓/心電圖幾乎都要到 Lv3。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總結 · EHR 數據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便宜設備現在能取得哪些 EHR 數據？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每列＝ EHR 項目 ｜ 便宜取得方式 ｜ 出現於哪幾篇 ｜ 成熟度（綠=可靠　黃=篩檢/研究　紅=受限）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00784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46504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手機相機 PPG · 夾式血氧計 · 智慧手錶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174650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1·2·3·5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099" y="178308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86000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夾式/插入式血氧計(準) · 手機相機＋閃光(篩檢級)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3172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1·2·3·5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03371" y="2368296"/>
            <a:ext cx="1153477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成熟 / 篩檢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71216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871216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16936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916936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點按(RRate) · 相機拍胸部起伏 · 麥克風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916936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60749" y="2953512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尚可用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56432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3456432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02152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02152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紅外線體溫計外掛 · 相機 OCR 讀顯示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502152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98099" y="3538728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成熟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041648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041648"/>
            <a:ext cx="82296" cy="493776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87368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 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087368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壓脈帶手動輸入；純手機量測尚不可靠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087368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099" y="4123944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受限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2686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26864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72584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 / 呼吸音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672584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手機麥克風錄音（自動分類仍研究）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67258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0749" y="4709160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研究中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21208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212080"/>
            <a:ext cx="82296" cy="493776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57800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臨床觀察（水腫·蒼白·意識）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257800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由醫護觀察後輸入 EHR 欄位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525780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23398" y="5294376"/>
            <a:ext cx="933450" cy="329184"/>
          </a:xfrm>
          <a:prstGeom prst="roundRect">
            <a:avLst>
              <a:gd name="adj" fmla="val 50000"/>
            </a:avLst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靠人判讀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870448"/>
            <a:ext cx="10744200" cy="54864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870448"/>
            <a:ext cx="91440" cy="5486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998464"/>
            <a:ext cx="103601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註：論文 4（Joseph）不新增感測，直接沿用 EHR 既有生命徵象數字；上表列的是「用便宜設備主動取得」的對應。真正穩定 &lt;NT$5000 的以心率、血氧、體溫、呼吸為主，血壓與聲音類仍是弱點。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聚焦相機 · 基本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只用手機相機（含閃光），能做到哪些？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純相機、不外接任何硬體能做的。狀態：綠=可靠　黃=篩檢/研究　紅=做不到/實驗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00784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46504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手指蓋後鏡頭＋閃光 → 接觸式 PPG（血液脈動亮暗）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174650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3·5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099" y="178308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可靠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86000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同段指尖影片，比紅/藍綠光脈動比值 → CNN 估算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3172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0749" y="2368296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篩檢級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71216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871216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16936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讀螢幕數字（OCR）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16936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拍血氧計/體溫計螢幕 → OCR 讀數字（間接）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916936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50056" y="2953512"/>
            <a:ext cx="1006792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間接·成熟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56432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3456432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02152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502152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 PPG 基線起伏，或前鏡頭拍胸部起伏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502152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一般方法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50056" y="3538728"/>
            <a:ext cx="1006792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可行·研究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041648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041648"/>
            <a:ext cx="82296" cy="493776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87368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087368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相機測不到熱 → 不能直測，只能 OCR 讀體溫計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087368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(OCR)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3398" y="4123944"/>
            <a:ext cx="933450" cy="329184"/>
          </a:xfrm>
          <a:prstGeom prst="roundRect">
            <a:avLst>
              <a:gd name="adj" fmla="val 50000"/>
            </a:avLst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不能直測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2686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26864"/>
            <a:ext cx="82296" cy="493776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72584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 BP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672584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PPG 波形估血壓仍實驗、不可靠、非臨床級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67258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非這 5 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98099" y="470916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實驗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21208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212080"/>
            <a:ext cx="82296" cy="493776"/>
          </a:xfrm>
          <a:prstGeom prst="rect">
            <a:avLst/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578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 / 呼吸音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25780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屬手機「麥克風」，不是相機的工作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525780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0749" y="5294376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非相機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797296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797296"/>
            <a:ext cx="91440" cy="603504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925312"/>
            <a:ext cx="10360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核心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相機其實只做兩件事：① 當「接觸式血氧感測器」（指尖 PPG → 心率可靠、血氧篩檢級）；② 當「掃描器」（OCR 讀既有裝置螢幕）。體溫、血壓相機都做不好。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聚焦相機 · 進階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手機相機還能「篩檢」出這些（超出這 5 篇的研究）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以下多來自這 5 篇以外的相機健康量測文獻，屬篩檢/研究級。狀態：綠=較成熟　黃=篩檢/研究　紅=實驗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00784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心房顫動 / 心律不整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46504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 PPG 脈搏不規則 → 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746504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統合 敏感94%/特異96%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0749" y="1783080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篩檢級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86000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心率變異 HRV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PPG 逐拍間隔 → 自律神經/壓力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31720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接觸 或 臉部 rPPG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099" y="2368296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可行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71216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871216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16936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貧血 / 血紅素 Hb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16936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眼結膜 或 指甲床影像 → 估 Hb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916936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結膜~75%；HemaApp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50056" y="2953512"/>
            <a:ext cx="1006792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篩檢/研究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56432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3456432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02152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黃疸 / 膽紅素（新生兒）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502152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皮膚 或 鞏膜影像 → 估膽紅素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502152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BiliCam R.84–.91、BiliScreen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98099" y="3538728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篩檢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041648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041648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87368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微血管回填 CRT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087368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指壓後短影片 → 自動測回填時間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087368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Cap App；敗血症檢傷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099" y="4123944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新興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2686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26864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72584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瞳孔光反射 PLR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672584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前鏡頭＋閃光拍瞳孔對光收縮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672584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PupilScreen；腦傷/中風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98099" y="470916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研究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21208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212080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578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非接觸臉部 rPPG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257800"/>
            <a:ext cx="3977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環境光拍臉 → 心率/呼吸/HRV（免碰）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257800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HR 誤差~0.1–0.4 bpm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78072" y="5294376"/>
            <a:ext cx="878776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HR 可靠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87044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870448"/>
            <a:ext cx="91440" cy="56692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998464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共同原理：都在分析影像的「顏色·脈動·形狀」。多屬篩檢/研究級、不取代正式檢驗；顏色類（血氧·貧血·黃疸）受膚色影響是共同限制。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總結 · 整合方法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現在「主訴 × EHR」的整合方法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100584" cy="210312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73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A. 統計 / 機器學習模型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把症狀編成 0/1，和 EHR 數字放進同一條公式加權計算。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1 Smart Triage、論文 2 PIERS（logistic 回歸）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優：簡單、可解釋　　缺：症狀需先設計成勾選項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508760"/>
            <a:ext cx="100584" cy="210312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73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B. 深度學習讀「自由文字」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主訴文字→詞向量(embedding)→神經網路，與 EHR 數字融合。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4 Joseph（加主訴 AUC 0.82→0.85）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優：最靈活、免人工整理　　缺：黑盒、需大量資料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94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794760"/>
            <a:ext cx="100584" cy="210312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9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C. 人工融合（醫師）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EHR 數據＋症狀上傳儀表板，由醫師看趨勢判讀。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3 e-CoVig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優：免訓練資料、可解釋　　缺：仍要人力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794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794760"/>
            <a:ext cx="100584" cy="2103120"/>
          </a:xfrm>
          <a:prstGeom prst="rect">
            <a:avLst/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959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D. 規則 / 危險徵象清單（傳統）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用固定規則，如 WHO 危險徵象、ESI 分級。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4 用 ESI 當對照；論文 1 勾選項源自 WHO 危險徵象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優：透明、好推廣　　缺：較不準（ESI AUC≈0.67）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989320"/>
            <a:ext cx="10744200" cy="402336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5989320"/>
            <a:ext cx="91440" cy="402336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6117336"/>
            <a:ext cx="10360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四種方法可混用：多數系統用 A/B 自動算風險，或用 C 讓醫師把關；A、B 正是「把主訴變成模型輸入」。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200" b="1" i="0" lang="zh-TW">
                <a:solidFill>
                  <a:srgbClr val="225A72"/>
                </a:solidFill>
                <a:latin typeface="Segoe U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第二部分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5 篇論文逐篇詳解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0" i="0" lang="zh-TW">
                <a:solidFill>
                  <a:srgbClr val="C9DDE6"/>
                </a:solidFill>
                <a:latin typeface="Segoe UI"/>
                <a:ea typeface="Microsoft JhengHei"/>
                <a:cs typeface="Microsoft JhengHei"/>
              </a:rPr>
              <a:t>每篇 6 頁：臨床問題與 dataset、設備與感測、完整流程圖、子模組訓練、結果與限制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Smart Triage：低收入國家的兒童快速檢傷演算法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1849945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40–90（估計）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9481" y="1965960"/>
            <a:ext cx="2884741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2.6–3.4（Front. Pediatr．Q1 兒科）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40526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出處：Mawji A, Li E, Dunsmuir D, et al. Smart triage: development of a rapid pediatric triage algorithm for use in low-and-middle income countries. Front Pediatr. 2022;10:976870.　＋外部驗證：Kigo J, et al. PLOS Digit Health. 2024;3(6):e0000293.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一台平板＋一個夾手指的血氧計，護理師幾分鐘就能把病童分成紅／黃／綠三級，決定誰要先救。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低收入國家的診所常擠滿生病的孩子，卻沒有足夠受過訓練的醫護，很難一眼看出哪個孩子病危。這團隊做了「Smart Triage」：一台平板 App 加一個夾在手指上的便宜血氧計。護理師在門口花幾分鐘，輸入幾個簡單事實（年齡、家長是否擔心、有沒有呼吸困難、水腫、蒼白）加上自動量到的生命徵象（心率、血氧、體溫、上臂圍），一條統計公式就把孩子分成紅（緊急）／黃（優先）／綠（非緊急）。用烏干達約 1,600 名兒童建立、再用肯亞約 5,000 名兒童測試，能可靠地標出後來真的需要住院的孩子（準確度分數約 0.82）。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在低收入國家的門診／急診，大量生病的孩子湧入、醫護太少，很難快速看出誰已經病危（包含早期敗血症）。晚一步發現最重的孩子就可能致命。這個問題就是：給第一線人員一個「免大量訓練、又快又可靠」的方法，在進門第一關就把孩子分成『現在要救』和『可以安全等候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訓練（開發）資料：烏干達 Jinja 轉診醫院，前瞻收案 1,612 名急性生病的 5 歲以下兒童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預測標籤：是否「住院」——當作『病危／需緊急照護』的客觀替身；住院率約 23%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用平板 App 當場收資料（非事後翻病歷）；資料非公開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切分：80／20 訓練／測試 ＋ 10 折交叉驗證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外部驗證：肯亞 2 家醫院共 5,003 名兒童（Kigo 2024）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不是隨便一台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 專用 App）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App 未開源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超過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平板（Samsung Galaxy A8）＋ Masimo iSpO₂ 夾式指尖血氧計；醫師端另有儀表板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 ~US$200–250 ＋ 醫療級血氧計 ~US$200–300 → 整套約 NT$1.3–1.7 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這是「醫療級夾式血氧計」，不是幾百塊的小玩意；整套超過 NT$5000。可重用的是已發表的 9 變數 logistic 公式（可自行實作）。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Masimo iSpO₂ 指夾直接讀出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指夾用紅光＋紅外光穿過指尖，量含氧／缺氧血液吸光差 → 算血氧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7241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56509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內建 RRate：跟著孩子每次呼吸點一下螢幕，換算每分鐘呼吸數（註：最後模型沒用到）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體溫計量測，護理師輸入 App</a:t>
            </a:r>
          </a:p>
        </p:txBody>
      </p:sp>
      <p:sp>
        <p:nvSpPr>
          <p:cNvPr id="31" name="Oval 30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上臂圍 MUAC：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捲尺量上臂，反映營養狀態</a:t>
            </a:r>
          </a:p>
        </p:txBody>
      </p:sp>
      <p:sp>
        <p:nvSpPr>
          <p:cNvPr id="33" name="Oval 32"/>
          <p:cNvSpPr/>
          <p:nvPr/>
        </p:nvSpPr>
        <p:spPr>
          <a:xfrm>
            <a:off x="6222492" y="57241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8524" y="56509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觀察徵象：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水腫、蒼白由護理師勾選（人為感測）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病童到檢傷檯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急性生病兒童＋家長到門診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護理師輸入症狀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勾選家長擔憂、呼吸困難、水腫、蒼白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夾式血氧計量測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自動讀 SpO₂、心率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量體溫·臂圍·呼吸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體溫計、MUAC 尺、RRate 點按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算 9 項風險分數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logistic 回歸算住院機率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套用 8%·40% 門檻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低切點顧敏感、高切點顧特異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分成紅/黃/綠三級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決定看診先後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8. 儀表板追蹤病人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高風險排最前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319354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檢傷風險模型 ★核心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多變數 Logistic 回歸（非 XGBoost）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烏干達 1,612 童；bootstrap 逐步挑出 9 個預測因子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9 項輸入 → 住院機率 0–1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68930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32938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門檻切分規則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資料調校（非學習模型）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在資料上選 8%（~90% 敏感度）、40%（~90% 特異度）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機率 → 紅/黃/綠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4468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08476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RRate 呼吸估計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節拍／訊號處理（非模型）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另篇發表的方法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點按節奏 → 呼吸/分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20006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4014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SpO₂／HR 運算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Masimo 硬體內建（廠商演算法）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非本團隊訓練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光訊號 → 血氧/心率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外部驗證（Kigo 2024）只重新校準模型的「截距」一個參數，就能用到肯亞。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Masimo iSpO₂ 指夾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血氧＋心率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紅／紅外光穿指尖，含氧與缺氧血吸光不同；分離出血液脈動 → 算 SpO₂ 與心率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RRate（軟體感測）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呼吸速率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用觸控螢幕：每次呼吸點一下，把間隔換算成呼吸/分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418795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888" y="418795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424281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體溫計 ／ MUAC 量尺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體溫 ／ 上臂圍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標準量測後輸入 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528523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888" y="528523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534009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護理師（人為感測）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水腫·蒼白·呼吸困難·家長擔憂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AUROC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0.82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外部驗證判別力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外部驗證 AUROC：醫院1 0.826、醫院2 0.784、合併 0.821 → 良好且可跨場域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門檻設計：低切點顧敏感度(~90%)、高切點顧特異度(~90%)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落地效果：肯亞「打上靜脈抗生素的時間」縮短約 57%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預測「住院」只是病危的替身，會受非臨床住院習慣影響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單一醫院開發；換到肯亞需重新校準截距才準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呼吸速率雖有收集卻沒進最終模型；體溫／MUAC 靠人工量測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整套設備超過低成本(&lt;US$155)門檻，也無法用任意手機跑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PIERS on the Move：子癇前症檢傷的手機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290000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60（Crossref 估計）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9536" y="1965960"/>
            <a:ext cx="277672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5.4（JMIR mHealth uHealth，2024）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2568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出處：Lim J, Cloete G, Dunsmuir DT, et al. Usability and feasibility of PIERS on the Move: an mHealth app for pre-eclampsia triage. JMIR Mhealth Uhealth. 2015;3(2):e37.　（模型來源：Payne BA, et al. miniPIERS. PLoS Med. 2014;11:e1001589.）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手機插上一個血氧探頭，護理師照著問幾個症狀，就能算出孕婦 48 小時內出大事的機率。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子癇前症（懷孕時血壓危險升高）在缺醫少藥的窮國奪走許多母親性命。研究者做了便宜的手機 App「PIERS on the Move」，護理師在床邊：問一串症狀清單、記血壓與尿液試紙、再用插在手機上的指夾探頭讀血氧。App 把這些送進既有的統計風險模型（miniPIERS），估出她 48 小時內發生嚴重併發症的機率並給出檢傷建議。在南非 37 位護理師/助產士測試中，改良後被評為好用；試點中一位護理師對 200+ 位孕婦做了 500+ 次評估、每次約 5 分鐘。本篇證明「可行、好用」，但沒有證明能改善結果。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子癇前症是孕產婦死亡的主因，且多發生在醫師少、缺乏檢驗、離醫院遠的低收入地區。第一線護理師／助產士常難以分辨哪位高血壓孕婦即將病危（抽搐、器官衰竭），因此需要緊急轉診。這個便宜手機工具帶他們走完『問症狀 → 量測 → 算風險』，幫忙決定誰該轉診。對象是低資源地區、懷孕 20 週以上的高血壓孕婦。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本篇是「好不好用 ＋ 可行性」研究，不是訓練模型的研究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好用性：南非 37 位護理師／助產士做情境測試（含 Frere 醫院 22 位），兩輪迭代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可行性：1 位研究護理師對 200+ 位孕婦做了 500+ 次評估，每次約 5 分鐘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內建模型 miniPIERS 另外訓練：5 個低收入國家、2,081 位妊娠高血壓孕婦（Payne 2014）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模型標籤：入院 48 小時內是否發生嚴重母體不良結局（死亡／重大器官併發症）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手機幾乎任一台可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 專用）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未開源（研究／商用）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市售 Android 手機 ＋『Phone Oximeter』指夾血氧探頭（UBC 研發，早期經耳機孔連接）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血氧探頭目標價 ~US$40 ＋ 中階 Android 手機 → 整套 &lt; NT$5000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血氧來自「真的血氧探頭」，不是手機相機。手機本身不需特殊硬體；但一定要外接這個探頭。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SpO₂＋脈搏：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指夾探頭：紅／紅外光穿指尖，含氧/缺氧血吸光不同 → 算 SpO₂ 與心率，傳回 App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標準血壓計量測，手動輸入</a:t>
            </a:r>
          </a:p>
        </p:txBody>
      </p:sp>
      <p:sp>
        <p:nvSpPr>
          <p:cNvPr id="27" name="Oval 26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尿蛋白：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標準尿液試紙，選等級輸入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症狀·病史：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以勾選清單輸入（見下頁主訴）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輸入症狀·病史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頭痛/視力、胸痛/喘、出血+腹痛、胎次、週數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輸入血壓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標準血壓計手動輸入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輸入尿液試紙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蛋白尿等級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量 SpO₂(探頭)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指夾探頭讀血氧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miniPIERS 風險計算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logistic 算 48h 危險機率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顯示風險/檢傷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紅綠燈式分級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轉診·處置建議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留院／治療／緊急轉診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miniPIERS 風險模型 ★唯一模型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多變數 Logistic 回歸（逐步後退挑變數）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 國 2,081 位妊娠高血壓孕婦，前瞻收案、bootstrap 內部驗證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症狀+血壓+尿蛋白+SpO₂ → 48h 危險機率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血氧演算（探頭）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訊號處理（紅/紅外比值，非學習模型）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廠商演算法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光訊號 → SpO₂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本篇沒有訓練任何新模型；貢獻是把既有模型「搬到手機＋血氧計上、測好不好用」。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Phone Oximeter 指夾探頭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血氧＋脈搏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指尖夾在光源與感測器之間，紅／紅外光穿透，脈動訊號算出 SpO₂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血壓計 ／ 尿液試紙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血壓 ／ 尿蛋白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傳統量測後手動輸入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418795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04888" y="418795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424281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護理師（人為感測）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頭痛/視力、胸痛/喘、出血+腹痛、胎次、週數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每人耗時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5 分鐘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含所有量測與計算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好用性：重新設計後可用性問卷分數變好；每次完整評估中位數 4 分 55 秒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內建模型 miniPIERS 判別力 AUC 0.768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加入 SpO₂ 後敏感度由 ~32.8% 提升到 ~49.6%（特異度僅小降）→ 這就是要接血氧計的理由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只是「好用／可行」研究，沒證明能改善孕婦結局或檢傷正確率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樣本小、單一國家；血氧探頭接頭易鬆、手機電力撐不了一整天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血壓與試紙要人工輸入，資料品質看操作者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模型判別力中等(AUC~0.77)、敏感度不高；App 不開源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e-CoVig：COVID-19 症狀遠端監測的 mHealth 系統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1959292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未確認（估計數十）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8828" y="1965960"/>
            <a:ext cx="197662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3.8（Sensors，2021）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41760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出處：Raposo A, Marques L, Correia R, et al. e-CoVig: a novel mHealth system for remote monitoring of symptoms in COVID-19. Sensors. 2021;21(10):3397.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免費 App ＋一個自製便宜小裝置，讓病人在家自己量體溫、血氧、心率、錄咳嗽，全部自動上傳給醫院看。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COVID 期間，居家隔離的病人主要靠護理師打電話追蹤，慢又給不了醫師硬數據。里斯本這團隊做了 e-CoVig：一個免費手機 App，加一個選配的便宜插件，讓病人自己量發燒、血氧、心率、錄咳嗽和呼吸、填症狀清單，全自動送到醫院的網頁儀表板。醫師就能一次盯很多病人、快速找出正在惡化的人，而不是靠一通電話。本篇是「我們把系統做出來並讓它能動」的工程報告，不是臨床試驗：它描述硬體、App 與雲端，展示訊號能被擷取，但沒有訓練診斷 AI、也沒有對 COVID 結果報準確率。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COVID 高峰時，大量輕中症病人在家隔離，醫護主要靠反覆打電話追蹤——費工、只有主觀口述（沒有量到的生命徵象）、還會漏掉『無聲惡化』（尤其血氧下降）。目標使用者是居家／社區照護的 COVID 病人與追蹤他們的醫護。要解決的是：可遠端、可規模化、有客觀數據的監測與檢傷。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這是「把系統做出來」的工程／概念驗證論文，沒有大型標註資料集、沒有訓練/測試切分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地點：葡萄牙里斯本（IST／IT），有肺科醫師臨床參與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驗證方式：技術可行性展示（自製裝置與手機相機都能取得可用訊號、OCR 能讀螢幕）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沒有病人數(n)、沒有 COVID 陽/陰標籤、非公開資料集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任何現代手機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要（Android/Flutter）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部分開源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一般手機＋Flutter App（Android，已上架 Google Play）；另有選配低成本外掛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外掛：ESP32＋MAX30101（血氧/心率）＋MLX90614（紅外體溫），材料成本數十美元 → &lt; NT$5000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純軟體功能（相機 PPG、麥克風、OCR）免外掛；相機 PPG 模組作者已開源，完整系統未確認開源。這篇的「融合」是靠醫師看儀表板，不是自動模型。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MLX90614 紅外線非接觸測額溫/耳溫；或用相機 OCR 讀家用體溫計螢幕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SpO₂＋心率：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MAX30101 指尖紅/紅外光感測；或手指按後鏡頭＋閃光取得 PPG（心率）</a:t>
            </a:r>
          </a:p>
        </p:txBody>
      </p:sp>
      <p:sp>
        <p:nvSpPr>
          <p:cNvPr id="27" name="Oval 26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咳嗽·呼吸音：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手機麥克風錄音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症狀：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內自填問卷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病人自填症狀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填 COVID 症狀問卷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量體溫(紅外線)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MLX90614 或相機讀體溫計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量 SpO₂/心率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MAX30101 或相機 PPG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錄咳嗽·呼吸音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麥克風錄音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OCR 讀裝置螢幕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拍血氧計/體溫計螢幕自動讀數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加密上傳雲端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打包症狀+數據+音訊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醫師儀表板檢視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一次看多位病人趨勢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8. 檢傷/惡化標記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醫師人工判讀、優先追蹤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319354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OCR 螢幕讀值 ★唯一學習元件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現成 OCR 文字辨識（未自訓）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預訓練辨識模型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血氧計/體溫計螢幕照片 → 數字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68930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32938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相機 PPG 訊號處理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傳統訊號處理（非神經網路），已開源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無需訓練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指尖影片 → 脈搏波、心率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4468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08476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裝置 SpO₂/HR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MAX30101+MAX32664 韌體（廠商演算法）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非作者訓練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紅/紅外光 → 血氧/心率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20006"/>
            <a:ext cx="5632704" cy="8023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84014"/>
            <a:ext cx="5358384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咳嗽/呼吸音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只錄音上傳，未做分類器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音訊給人或後續分析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全系統沒有作者自訓的診斷 AI；唯一「學習」來的就是現成 OCR。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04888" y="1993392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04888" y="1993392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2048256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MAX30101 光學血氧感測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血氧＋心率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紅/紅外 LED 照指尖，測脈動血液吸光比例（MAX32664 做運算）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04888" y="2889504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04888" y="2889504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944368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手機後鏡頭＋閃光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心率(PPG)、讀螢幕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指尖蓋鏡頭拍血流亮暗變化；也拍螢幕給 OCR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3785616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888" y="3785616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3840480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MLX90614 紅外線體溫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體溫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非接觸感測皮膚/耳朵放出的紅外線熱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4888" y="4681728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888" y="4681728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4736592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手機麥克風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咳嗽·呼吸音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聲學感測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04888" y="5577840"/>
            <a:ext cx="4169664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04888" y="5577840"/>
            <a:ext cx="73152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5632704"/>
            <a:ext cx="38953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ESP32 微控制器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（無線大腦，非感測器）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讀各感測晶片，Wi-Fi/藍牙串流上傳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外掛材料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數十美元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ESP32＋感測晶片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做出可運作的端到端系統：App ＋雲端儀表板 ＋低成本 ESP32 裝置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手機與自製裝置都能取得體溫、血氧、心率、PPG；麥克風能錄咳嗽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OCR 能讀商用血氧計/體溫計螢幕 → 病人可沿用手邊既有小裝置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 AUC／準確率數字，因為系統本身不做自動診斷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概念驗證原型，未做臨床驗證，真實檢傷效能未知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無標註資料、無訓練診斷模型；咳嗽音只錄不判；症狀+數字靠醫師人工融合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手機相機血氧未達醫療級（可靠 SpO₂ 要靠外掛或讀真血氧計）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只在 Android 驗證；完整程式碼未全開源（僅相機 PPG 模組）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用深度學習從急診檢傷的「少量資訊」揪出重症病人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250869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30（Semantic Scholar）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8230" y="1965960"/>
            <a:ext cx="2025967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1.7–2.3（JACEP Open）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0501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出處：Joseph JW, Leventhal EL, Grossestreuer AV, et al. Deep-learning approaches to identify critically ill patients at emergency department triage using limited information. J Am Coll Emerg Physicians Open. 2020;1(5):773-781.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不加任何硬體：把護理師打的「主訴文字」和幾個生命徵象一起丟給神經網路，就能比現行檢傷工具準很多地預測重症。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病人一到急診，檢傷護理師快速記幾個生命徵象（如心率、血壓），並打一句主訴（例如「胸痛、喘」）。這研究問：電腦能不能只讀這一點點資訊，就標出可能變重症（24 小時內死亡或進加護病房）的人？研究者用約 44.6 萬筆過去就診訓練一個神經網路，發現把「打的主訴文字」和「生命徵象數字」一起用，比護理師現在用的標準檢傷工具準很多。關鍵概念是「融合」：教一個模型同時看懂文字的意義與數字。全程不需任何新裝置或感測器，準確度的提升完全來自更聰明的軟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急診必須在幾秒到幾分鐘內、用非常少的資訊，判斷哪個到院病人即將變重症。標準工具——檢查生命徵象是否異常、或給 ESI 分級——會漏掉許多高危病人、也很主觀。低估延誤救命、高估浪費資源。本篇對象是美國一家繁忙學術急診的所有成人病人。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資料：美國東北一家學術急診的私有登錄檔（非公開基準）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規模：445,925 次成人就診；其中 60,901 次（13.7%）為重症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時間：2012–2020；回溯性、去識別化的例行檢傷資料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預測標籤：到院 24 小時內「死亡或進加護病房(ICU)」＝重症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去識別子集有放到程式庫；含主訴文字的版本待機構核准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不涉及手機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病人端不需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開源（MIT）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無任何硬體。純軟體／機器學習，跑在醫院既有電子病歷／檢傷系統裡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無硬體成本（不需買任何東西）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亮點是「演算法」：把主訴自由文字與既有生命徵象數字融合。程式碼公開於 github.com/jwjoseph/NN_triage_predict。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生命徵象（結構化）：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心率、呼吸、血壓、體溫、血氧，加年齡/性別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血氧／心率：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來自標準指夾血氧計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7241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56509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手臂壓脈帶</a:t>
            </a:r>
          </a:p>
        </p:txBody>
      </p:sp>
      <p:sp>
        <p:nvSpPr>
          <p:cNvPr id="29" name="Oval 28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電子體溫計</a:t>
            </a:r>
          </a:p>
        </p:txBody>
      </p:sp>
      <p:sp>
        <p:nvSpPr>
          <p:cNvPr id="31" name="Oval 30"/>
          <p:cNvSpPr/>
          <p:nvPr/>
        </p:nvSpPr>
        <p:spPr>
          <a:xfrm>
            <a:off x="6222492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8524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主訴（文字）：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護理師鍵入的一句自由文字，交給模型理解語意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病人到急診檢傷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護理師做初步評估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記生命徵象+主訴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量數字＋打一句主訴文字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主訴轉詞向量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每個詞轉成一串數字(embedding)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18754" y="160020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數字正規化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生命徵象、年齡、性別縮到同尺度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神經網路融合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共同層把文字向量＋數字一起看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7338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輸出重症機率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0–1 的 24h 死亡/ICU 機率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875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門檻→高風險警示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超過切點→亮紅燈/調整分級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詞向量編碼器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學習得到的 word embeddings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本院 ~44.6 萬筆主訴文字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主訴斷詞 → 數值向量（意義相近的詞靠得近）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9382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5783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融合神經網路 ★主模型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前饋神經網路（sigmoid 輸出）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445,925 次就診、24h 死亡/ICU 標籤監督學習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詞向量＋正規化數字 → 重症機率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9425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5826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純數字神經網路（對照）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2 層全連接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同資料，只用數字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AUC 0.811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9468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5869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梯度提升樹（對照）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boosting 決策樹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同數字特徵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AUC 0.820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95112"/>
            <a:ext cx="5632704" cy="6272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59120"/>
            <a:ext cx="5358384" cy="51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Logistic 回歸（對照）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線性基準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同數字特徵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AUC 0.803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18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關鍵發現：把主訴文字加進去，AUC 由最好的純數字 0.820 升到 0.851，遠勝傳統規則。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指夾血氧計 ／ 壓脈帶 ／ 體溫計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血氧·心率 ／ 血壓 ／ 體溫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都是急診既有標準器材，護理師量測後輸入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護理師鍵入的主訴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病人主觀不適（文字）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自由文字，交給模型理解語意——這是本篇的主角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最佳 AUC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0.851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對比 ESI 只有 0.672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最佳模型＝主訴文字＋生命徵象的神經網路：AUC 0.851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只用數字：神經網路 0.811、梯度提升 0.820、Logistic 0.803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現行工具遠遜：生命徵象異常規則 0.521（接近瞎猜）、ESI 分級 0.672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白話：把那句主訴加進去，就比最好的純數字模型再高 3+ 分，更電輾傳統規則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單中心、回溯資料，是否能搬到別家醫院未驗證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標籤（24h 死亡/ICU）是重症替身，受住院習慣影響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主訴文字因人而異、有縮寫錯字，換地方可能變差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只證明『預測更準』，沒證明改善病人結局；神經網路是黑盒、可解釋性低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78308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60" y="13716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6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1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智慧手機相機血氧偵測：誘導低血氧研究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65960"/>
            <a:ext cx="162991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引用數 約 25（估計）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9454" y="1965960"/>
            <a:ext cx="3262122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IF ≈ 14.8（npj Digital Medicine，2022；極高）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965960"/>
            <a:ext cx="53111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0592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1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出處：Hoffman JS, Viswanath VK, Tian C, et al. Smartphone camera oximetry in an induced hypoxemia study. npj Digit Med. 2022;5(1):146.（華盛頓大學 UbiComp Lab）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10128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310128"/>
            <a:ext cx="91440" cy="841248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一句話看懂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把手指按在「沒改裝的普通手機」後鏡頭上、開閃光，軟體讀血液細微的顏色閃動，就能估血氧——正是你說的『手指按相機測血氧』。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43400"/>
            <a:ext cx="10744200" cy="187451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這篇在做什麼？（白話）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7375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血液需要足夠氧氣；太低（叫低血氧）是 COVID、氣喘、慢性肺病等危險的警訊。醫師平常用夾手指的血氧計量血氧（SpO₂）。這研究問：一支普通、沒改裝的手機能不能做同樣的事？你把手指按在手機後鏡頭上、開閃光，軟體讀血液的細微顏色閃動來估氧氣。為了公平測試，六位志願者在診所安全地吸入低氧氣體，讓真實血氧一路降到約 70%，再讓一個神經網路學著預測。手機方法平均誤差約 5 個百分點、能正確標出約 8 成的危險低值——有潛力，但仍不如真正的醫療血氧計準。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① 臨床問題　＋　② 在什麼資料上訓練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臨床問題（為什麼重要）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183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低血氧（SpO₂ 偏低）是 COVID、氣喘、慢性阻塞性肺病、肺炎等惡化的早期警訊。標準的夾式血氧計準，但很多人沒有，尤其資源不足地區。如果普通手機靠一次軟體更新就能量血氧，幾十億人就多了一個便宜、隨手可得的篩檢工具。本篇對象是健康成人志願者（用來建立與驗證方法），屬概念驗證，不是對病人的部署試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9105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資料集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93392"/>
            <a:ext cx="503834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6 位健康成人（編號 10001–10006），在認證實驗室（Clinimark）做「誘導低血氧」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受試者吸入受控低氧氣體，血氧安全地一階一階降到約 70%（個別讀值低至 ~61%）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比過去手機研究（只到 85–100%）涵蓋更廣的危險範圍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收集 &gt;10,000 對血氧讀值；真值來自 FDA 核准的參考血氧計；相機 30Hz 記錄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評估：留一受試者法（用其他 5 人訓練、測從沒看過的第 6 人）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資料集＋範例程式公開（MIT）：github.com/ubicomplab/oximetry-phone-cam-data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③ 設備 · 推測金額 · 怎麼取得徵象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原理上任何手機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9856" y="1371600"/>
            <a:ext cx="91440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要擷取用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資料＋程式開源(MIT)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371600"/>
            <a:ext cx="257860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3104" y="1371600"/>
            <a:ext cx="91440" cy="713232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435608"/>
            <a:ext cx="23042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240280"/>
            <a:ext cx="10744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未改裝的市售手機（Google Nexus 6P）：手指蓋後鏡頭、開閃光即可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幾乎零成本（用手邊既有手機）→ 遠 &lt; NT$5000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200400"/>
            <a:ext cx="10744200" cy="841248"/>
          </a:xfrm>
          <a:prstGeom prst="roundRect">
            <a:avLst>
              <a:gd name="adj" fmla="val 6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200400"/>
            <a:ext cx="91440" cy="84124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328416"/>
            <a:ext cx="10360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只在單一機型（Nexus 6P）驗證，跨機型未證實。App 固定了相機色彩增益（紅1x/綠3x/藍18x），讓穿過手指的微弱藍綠光可用。未推出消費者產品。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24528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52544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量哪些徵象、怎麼取得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手指蓋後鏡頭、閃光從內照亮組織；相機逐格記錄血液脈動造成的細微顏色(RGB)變化＝PPG 訊號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669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1937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原理 ratio-of-ratios：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含氧與缺氧血紅素對紅光 vs 藍/綠光吸收不同；比較各色『脈動(AC)/穩定(DC)』比值 → 反推含氧量</a:t>
            </a:r>
          </a:p>
        </p:txBody>
      </p:sp>
      <p:sp>
        <p:nvSpPr>
          <p:cNvPr id="27" name="Oval 26"/>
          <p:cNvSpPr/>
          <p:nvPr/>
        </p:nvSpPr>
        <p:spPr>
          <a:xfrm>
            <a:off x="6222492" y="480974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8524" y="4736592"/>
            <a:ext cx="47594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PPG 的脈動頻率本身就含心率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完整流程圖（橘框＝需訓練的模型）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手指按相機+閃光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閃光從內照亮指尖組織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786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錄 RGB 影片(30Hz)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固定色彩增益抓微弱光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抽取 R/G/B 脈搏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每格平均成紅綠藍三條脈動波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7122" y="1691640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4. 濾波·正規化 PPG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去漂移雜訊、分 AC/DC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712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5. 算 ratio-of-ratios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各色 AC/DC 比值＝含氧指標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249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6. CNN 回歸血氧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卷積網路模仿血氧物理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754" y="312724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6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7. 輸出 SpO₂ 估計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預測未看過者的血氧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248031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8. 90% 門檻→低血氧警示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低於 90% 判為低血氧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354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4817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702802" y="208940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34981" y="2651760"/>
            <a:ext cx="164592" cy="566928"/>
          </a:xfrm>
          <a:prstGeom prst="down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70280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94817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3193542" y="3616452"/>
            <a:ext cx="274320" cy="164592"/>
          </a:xfrm>
          <a:prstGeom prst="lef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562356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75157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藍框＝一般步驟（量測/輸入/顯示）；橘框＝從資料學來的模型。順著箭頭看，就是這篇的完整運作。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④ 各子模組的訓練　＋　各感測器介紹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子模組（怎麼訓練的）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 w="1524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CNN 血氧估計 ★唯一模型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卷積神經網路（刻意模仿 ratio-of-ratios 物理）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誘導低血氧資料的『顏色訊號→血氧』配對；真值來自 FDA 核准血氧計；留一受試者驗證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R/G/B 相機 PPG → SpO₂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563270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5358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ratio-of-ratios 特徵　</a:t>
            </a: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· 解析式訊號處理（非學習）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訓練：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無需訓練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輸入→輸出：</a:t>
            </a: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AC/DC 比值 → 含氧指標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56327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※ CNN 設計上要（1）壓低心跳變異影響、（2）處理手機相機的雜訊。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463040"/>
            <a:ext cx="4572000" cy="457200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1591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感測器逐個看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8" y="199339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04888" y="199339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204825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手機後鏡頭（CMOS）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R/G/B 反射光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手指蓋鏡頭、閃光照亮，逐格量返回的紅綠藍光；每次心跳血量增加→返回光忽暗忽亮＝脈搏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3090672"/>
            <a:ext cx="416966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04888" y="3090672"/>
            <a:ext cx="73152" cy="10241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3145536"/>
            <a:ext cx="389534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LED 閃光燈　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｜ 光源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提供穿透手指、可被血液吸收的光，是反射式量測的必要光源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結果重點　＋　限制與注意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6517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平均誤差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MAE 5.0%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低血氧偵測 81% 敏感度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63040"/>
            <a:ext cx="7635240" cy="1828800"/>
          </a:xfrm>
          <a:prstGeom prst="roundRect">
            <a:avLst>
              <a:gd name="adj" fmla="val 5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1648" y="1591056"/>
            <a:ext cx="7269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結果重點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93392"/>
            <a:ext cx="723290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留一受試者下，深度學習估血氧平均絕對誤差(MAE) 5.00%（σ 1.90），涵蓋 70–100%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偵測低血氧(SpO₂&lt;90%)：敏感度約 81%、特異度約 79%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白話：平均離真值約 5 分，10 個危險讀值抓到約 8 個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對照：FDA 建議血氧計誤差 &lt;3.5% → 有潛力但還沒到醫療級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520440"/>
            <a:ext cx="10744200" cy="260604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4845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限制與注意（不能過度樂觀的地方）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樣本極小（6 位健康人），不一定適用真實病人／長者／有病者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只用單一機型（Nexus 6P），跨手機未驗證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MAE 5% 超過 FDA &lt;3.5% 建議 → 屬篩檢/概念驗證，非診斷級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膚色多樣性有限（已知會影響血氧量測）；且在無動作的實驗室條件下測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綜合比較 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五篇一次看懂：設備 · 成本 · 量到的徵象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00200"/>
            <a:ext cx="21488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　論文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862072" y="1600200"/>
            <a:ext cx="22860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設備型態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8072" y="1600200"/>
            <a:ext cx="22860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推測金額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072" y="1600200"/>
            <a:ext cx="14630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&lt; NT$5000?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7112" y="1600200"/>
            <a:ext cx="256032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量到的徵象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002536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　Smart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2072" y="200253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平板＋夾式血氧計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8072" y="2002536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約 NT$1.3–1.7 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4072" y="2002536"/>
            <a:ext cx="1463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否（超過）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7112" y="2002536"/>
            <a:ext cx="2560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血氧·心率·體溫·呼吸·上臂圍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752344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　PIERS on Move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2072" y="2752344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手機＋血氧探頭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72" y="2752344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約 NT$1–2 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4072" y="2752344"/>
            <a:ext cx="14630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7112" y="2752344"/>
            <a:ext cx="256032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血氧·脈搏·血壓·尿蛋白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502152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　e-CoVig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2072" y="350215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手機＋DIY 外掛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8072" y="350215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材料 數十美元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2" y="3502152"/>
            <a:ext cx="1463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7112" y="3502152"/>
            <a:ext cx="2560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體溫·血氧·心率·咳嗽音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251960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　Joseph 2020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62072" y="4251960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無（純軟體）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8072" y="4251960"/>
            <a:ext cx="22860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無硬體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34072" y="4251960"/>
            <a:ext cx="14630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7112" y="4251960"/>
            <a:ext cx="256032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急診既有生命徵象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001768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　Hoffman 2022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62072" y="5001768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純手機相機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8072" y="5001768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≈ 0（用既有機）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34072" y="5001768"/>
            <a:ext cx="14630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7112" y="5001768"/>
            <a:ext cx="2560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76072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5760720"/>
            <a:ext cx="91440" cy="50292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888736"/>
            <a:ext cx="1036015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真正「便宜（&lt;NT$5000）」的是純手機、DIY 外掛、純軟體；醫療級夾式血氧計整套會超過。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綜合比較 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五篇一次看懂：主訴 · 模型 · 資料 · 輸出 · 開源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00200"/>
            <a:ext cx="19202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　論文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3472" y="1600200"/>
            <a:ext cx="160020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用主訴?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3672" y="1600200"/>
            <a:ext cx="24688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核心模型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2552" y="1600200"/>
            <a:ext cx="21488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訓練資料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8851392" y="1600200"/>
            <a:ext cx="1874519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檢傷輸出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25911" y="1600200"/>
            <a:ext cx="7772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開源?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002536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　Smart 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002536"/>
            <a:ext cx="1600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是·勾選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002536"/>
            <a:ext cx="2468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Logistic 回歸（9 變數）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2552" y="2002536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烏干達 1,612 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1392" y="2002536"/>
            <a:ext cx="187451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紅/黃/綠三級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25911" y="2002536"/>
            <a:ext cx="777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752344"/>
            <a:ext cx="1920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　PIERS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752344"/>
            <a:ext cx="16002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是·勾選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2752344"/>
            <a:ext cx="246888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miniPIERS Logistic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2552" y="2752344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 國 2,081 孕婦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1392" y="2752344"/>
            <a:ext cx="1874519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48h 危險機率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25911" y="2752344"/>
            <a:ext cx="777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502152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　e-CoVig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3502152"/>
            <a:ext cx="1600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是·人工融合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3502152"/>
            <a:ext cx="2468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無自訓模型（僅 OCR）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3502152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無（概念驗證）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51392" y="3502152"/>
            <a:ext cx="187451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儀表板·人工判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5911" y="3502152"/>
            <a:ext cx="777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部分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251960"/>
            <a:ext cx="1920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　Joseph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33472" y="4251960"/>
            <a:ext cx="160020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是·文字/深度學習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4251960"/>
            <a:ext cx="246888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神經網路（文字＋數字）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02552" y="4251960"/>
            <a:ext cx="21488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44.6 萬急診就診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51392" y="4251960"/>
            <a:ext cx="1874519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24h 重症機率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25911" y="4251960"/>
            <a:ext cx="777240" cy="74980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001768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　Hoffman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3472" y="5001768"/>
            <a:ext cx="1600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5001768"/>
            <a:ext cx="2468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CNN（相機 PPG）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02552" y="5001768"/>
            <a:ext cx="21488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6 人誘導低血氧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51392" y="5001768"/>
            <a:ext cx="1874519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血氧＋90% 門檻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25911" y="5001768"/>
            <a:ext cx="777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是·MIT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760720"/>
            <a:ext cx="10744200" cy="50292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" y="5760720"/>
            <a:ext cx="91440" cy="50292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888736"/>
            <a:ext cx="1036015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想自己動手：第 4 篇 Joseph（開源程式）＋第 5 篇 Hoffman（開源資料）最好上手。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重點總結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看完這 5 篇，你該記住的 6 件事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544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5448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70078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① 已有多種可行做法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用便宜設備＋主訴做檢傷，橫跨兒科、產科、COVID、急診——不是紙上談兵。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1089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310896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25526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② 兩條融合路線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A：把數字＋主訴丟給模型自動算（1、2、4、5）；B：資料上傳、讓醫師在儀表板判（3）。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634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4663440"/>
            <a:ext cx="91440" cy="13716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80974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③ 主訴很有價值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Joseph 用數字證明：加入主訴文字，AUC 由 0.82 升到 0.85，遠勝傳統 ESI 0.67。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54480"/>
            <a:ext cx="91440" cy="13716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70078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④ 手機測血氧的原理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Hoffman 說清楚：手指按相機＋閃光→血液顏色閃動(PPG)→ratio-of-ratios→CNN 估血氧。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10896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10896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25526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⑤ 「便宜」有分寸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純手機/麥克風/ESP32/純軟體 真的 &lt;NT$5000；醫療級夾式血氧計整套會超過。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6634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4663440"/>
            <a:ext cx="91440" cy="13716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480974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⑥ 多為概念驗證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多是單中心/小樣本，離「臨床證明能救命」還有距離；開源程度不一（4、5 開源）。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資料可信度說明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關於引用數、impact factor 與一個更正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10744200" cy="2011680"/>
          </a:xfrm>
          <a:prstGeom prst="roundRect">
            <a:avLst>
              <a:gd name="adj" fmla="val 5000"/>
            </a:avLst>
          </a:prstGeom>
          <a:solidFill>
            <a:srgbClr val="F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引用數與 impact factor 怎麼看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本簡報製作環境的網路代理擋住了 Google Scholar / Semantic Scholar，因此「引用數」多為估計值，並標註來源（如 Crossref、Semantic Scholar），請當作參考下限。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「impact factor」取自 JCR 或第三方彙整（如 Scopus CiteScore），並標註年份；部分期刊在論文發表當年尚無成熟 IF（如 JACEP Open、JMIR mHealth 早年）。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各篇論文全文多數也被代理擋下，內容主要由多來源搜尋摘要交叉比對而成；關鍵數字（樣本數、AUC、模型公式）在多處一致，可信度較高。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03320"/>
            <a:ext cx="10744200" cy="2103120"/>
          </a:xfrm>
          <a:prstGeom prst="roundRect">
            <a:avLst>
              <a:gd name="adj" fmla="val 5000"/>
            </a:avLst>
          </a:prstGeom>
          <a:solidFill>
            <a:srgbClr val="FA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一個重要更正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103418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查證時發現：Smart Triage（第 1 篇）常被口耳相傳成「XGBoost」，但實際發表的模型是「多變數 Logistic 回歸 ＋ bootstrap 逐步選變數」，共 9 個預測因子。本簡報以論文原文為準。</a:t>
            </a:r>
          </a:p>
          <a:p>
            <a:pPr algn="l" indent="-137160" marL="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這也提醒：二手資訊常有誤差，重要結論最好回到原始論文核對。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參考文獻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5 篇主論文 ＋ 內含模型來源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10744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1. Mawji A, Li E, Dunsmuir D, et al. Smart triage: development of a rapid pediatric triage algorithm for use in low-and-middle income countries. Front Pediatr. 2022;10:976870.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　  外部驗證：Kigo J, et al. External validation of a paediatric Smart Triage model for use in resource limited facilities. PLOS Digit Health. 2024;3(6):e0000293.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2. Lim J, Cloete G, Dunsmuir DT, et al. Usability and feasibility of PIERS on the Move: an mHealth app for pre-eclampsia triage. JMIR Mhealth Uhealth. 2015;3(2):e37.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　  模型來源：Payne BA, Hutcheon JA, Ansermino JM, et al. miniPIERS: a risk prediction model for pre-eclampsia. PLoS Med. 2014;11(1):e1001589.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3. Raposo A, Marques L, Correia R, et al. e-CoVig: a novel mHealth system for remote monitoring of symptoms in COVID-19. Sensors. 2021;21(10):3397.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4. Joseph JW, Leventhal EL, Grossestreuer AV, et al. Deep-learning approaches to identify critically ill patients at emergency department triage using limited information. J Am Coll Emerg Physicians Open. 2020;1(5):773-781.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5. Hoffman JS, Viswanath VK, Tian C, et al. Smartphone camera oximetry in an induced hypoxemia study. npj Digit Med. 2022;5(1):146.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623560"/>
            <a:ext cx="10744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開源資源：</a:t>
            </a:r>
            <a:r>
              <a:rPr sz="100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Joseph 程式 github.com/jwjoseph/NN_triage_predict　·　Hoffman 資料 github.com/ubicomplab/oximetry-phone-cam-data　·　e-CoVig 相機PPG github.com/Afonsocraposo/ppg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名詞附錄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AI 與醫療名詞小辭典（進階）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54480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54480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45920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Logistic 回歸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把幾個輸入加權後輸出「0–1 機率」的統計公式；簡單、可解釋。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487168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487168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78608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神經網路 / 深度學習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多層、會自己從資料學規則的模型；能處理文字、影像等複雜輸入。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419856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419856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511296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CNN 卷積神經網路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擅長從訊號/影像抓局部特徵的一種神經網路。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52544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4352544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443984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詞向量 word embedding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把每個字詞變成一串數字，意義相近的詞數字也相近，讓模型「讀懂」文字。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285232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5285232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376672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AUROC / AUC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模型排序準不準的分數：0.5＝瞎猜、1.0＝完美；0.8 已算不錯。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54480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554480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1645920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敏感度 / 特異度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抓到真病人的比例 / 正確放行沒事者的比例；兩者常需取捨。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487168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487168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2824" y="2578608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ratio-of-ratios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血氧計核心算式：比較兩色光『脈動/穩定』吸光比 → 反推含氧量。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419856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419856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3511296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ESI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美國急診 5 級檢傷量表，是常見的傳統比較基準。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52544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352544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4443984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MUAC 上臂圍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量上臂一圈，快速反映兒童營養/病況的指標。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285232"/>
            <a:ext cx="5349240" cy="82296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5285232"/>
            <a:ext cx="82296" cy="82296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2824" y="5376672"/>
            <a:ext cx="4983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概念驗證 / 留一驗證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3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先證明「做得出來」；留一：用其他人訓練、測沒看過的那個人。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一句話帶走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只要「便宜設備量到徵象」＋「聽懂病人主訴」，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再交給對的模型或醫師，就能在沒有專業設備時做出不錯的初步檢傷。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謝謝觀看 · 5 篇論文導讀完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